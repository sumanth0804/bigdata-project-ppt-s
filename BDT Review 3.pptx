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5" r:id="rId5"/>
    <p:sldId id="276" r:id="rId6"/>
    <p:sldId id="278" r:id="rId7"/>
    <p:sldId id="277" r:id="rId8"/>
    <p:sldId id="279" r:id="rId9"/>
    <p:sldId id="280" r:id="rId10"/>
    <p:sldId id="281" r:id="rId11"/>
    <p:sldId id="282" r:id="rId12"/>
    <p:sldId id="283" r:id="rId13"/>
    <p:sldId id="284" r:id="rId14"/>
    <p:sldId id="285" r:id="rId15"/>
    <p:sldId id="286" r:id="rId16"/>
    <p:sldId id="274" r:id="rId1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1" d="100"/>
          <a:sy n="91" d="100"/>
        </p:scale>
        <p:origin x="341"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3:35:53.518"/>
    </inkml:context>
    <inkml:brush xml:id="br0">
      <inkml:brushProperty name="width" value="0.05" units="cm"/>
      <inkml:brushProperty name="height" value="0.05" units="cm"/>
      <inkml:brushProperty name="color" value="#FFFFFF"/>
    </inkml:brush>
  </inkml:definitions>
  <inkml:trace contextRef="#ctx0" brushRef="#br0">683 1004 24575,'-19'1'0,"0"2"0,0 0 0,0 1 0,1 1 0,0 1 0,0 0 0,0 1 0,1 1 0,0 1 0,0 1 0,1 0 0,0 1 0,-28 25 0,28-19 0,1 1 0,0 0 0,1 1 0,1 0 0,1 1 0,1 1 0,0 0 0,2 0 0,0 1 0,2 0 0,-10 46 0,4 14 0,3 0 0,1 84 0,8-144 0,-1 13 0,1 203 0,1-237 0,0 1 0,0 0 0,0-1 0,0 1 0,0 0 0,0-1 0,1 1 0,-1-1 0,1 1 0,-1 0 0,1-1 0,0 1 0,-1-1 0,1 1 0,2 1 0,-3-3 0,1 0 0,-1 0 0,1 0 0,0-1 0,-1 1 0,1 0 0,-1 0 0,1-1 0,-1 1 0,1 0 0,-1-1 0,1 1 0,-1 0 0,1-1 0,-1 1 0,0-1 0,1 1 0,-1-1 0,1 1 0,-1-1 0,0 1 0,0-1 0,1 1 0,-1-1 0,0 1 0,1-2 0,21-58 0,-20 53 0,83-323 0,-73 255 0,-3 0 0,-4-1 0,-6-125 0,1 476 0,22-451 0,-12 109 0,-2-1 0,-4 1 0,-4-70 0,1 305 0,-3-75 0,-11 103 0,-50 220 0,42-290 0,10-88 0,11-37 0,0-1 0,0 0 0,0 1 0,0-1 0,0 1 0,0-1 0,-1 0 0,1 1 0,0-1 0,0 0 0,-1 1 0,1-1 0,0 0 0,0 0 0,-1 1 0,1-1 0,0 0 0,-1 0 0,1 1 0,0-1 0,-1 0 0,1 0 0,0 0 0,-1 1 0,1-1 0,0 0 0,-1 0 0,0-1 0,0 1 0,0-1 0,1 0 0,-1 0 0,1 0 0,-1 0 0,1 1 0,-1-1 0,1 0 0,-1 0 0,1 0 0,0 0 0,-1 0 0,1 0 0,0 0 0,0-2 0,-6-31 0,2-1 0,2 0 0,2-58 0,-1-34 0,-16-88 0,0 271 0,3-4 0,-36 164 0,51-202 0,6-15 0,9-25 0,26-93 0,33-144 0,-53 178 0,142-705 0,-153 701 0,0-97 0,-13 168 0,-4 24 0,-8 33 0,11-30 0,-36 117 0,4 1 0,7 2 0,5 1 0,-8 160 0,31-276 0,1-24 0,2-11 0,21-84 0,5 0 0,58-137 0,-33 98 0,-37 98 0,46-141 0,-54 153 0,0-1 0,-3 0 0,3-48 0,-9 83 0,1 0 0,-1 0 0,0 0 0,0-1 0,0 1 0,0 0 0,0 0 0,0 0 0,0 0 0,0-1 0,0 1 0,0 0 0,0 0 0,0 0 0,0-1 0,0 1 0,0 0 0,0 0 0,0 0 0,0-1 0,0 1 0,0 0 0,0 0 0,0 0 0,0-1 0,0 1 0,0 0 0,-1 0 0,1 0 0,0 0 0,0 0 0,0-1 0,0 1 0,0 0 0,0 0 0,-1 0 0,1 0 0,0 0 0,0 0 0,0 0 0,-1-1 0,1 1 0,0 0 0,0 0 0,0 0 0,0 0 0,-1 0 0,1 0 0,0 0 0,0 0 0,0 0 0,-1 0 0,1 0 0,0 0 0,-12 11 0,-10 20 0,-43 75 0,4 4 0,5 2 0,5 2 0,-41 140 0,88-240 0,2-9 0,0-1 0,0 1 0,1 0 0,-1 0 0,1 0 0,1 1 0,-1-1 0,1 0 0,0 0 0,0 0 0,0 0 0,2 6 0,-2-10 0,0-1 0,0 0 0,0 1 0,0-1 0,0 1 0,0-1 0,0 1 0,1-1 0,-1 0 0,0 1 0,0-1 0,1 1 0,-1-1 0,0 0 0,0 1 0,1-1 0,-1 0 0,0 1 0,1-1 0,-1 0 0,1 0 0,-1 1 0,0-1 0,1 0 0,-1 0 0,1 0 0,-1 0 0,1 1 0,-1-1 0,0 0 0,1 0 0,-1 0 0,1 0 0,-1 0 0,1 0 0,12-13 0,3-23 0,-15 30 0,-1 0 0,1 0 0,-1 0 0,0 0 0,0 0 0,-1 0 0,1 1 0,-1-1 0,-1 0 0,1 0 0,-1 0 0,0 1 0,0-1 0,-1 1 0,0 0 0,0 0 0,0 0 0,0 0 0,-1 0 0,-6-7 0,9 11 0,0 1 0,1-1 0,-1 0 0,0 0 0,1 0 0,-1 0 0,1 0 0,-1 0 0,1 0 0,0 0 0,-1-1 0,1 1 0,0 0 0,0 0 0,0 0 0,0 0 0,0 0 0,0 0 0,0-1 0,0 1 0,0 0 0,1 0 0,0-2 0,12-31 0,-5 14 0,12-56 0,-3 0 0,-4 0 0,-3-2 0,0-106 0,-10 177 0,0-1 0,0 0 0,0 0 0,-1 0 0,0 0 0,-1 0 0,1 0 0,-4-7 0,5 14 0,0 1 0,-1 0 0,1-1 0,0 1 0,0 0 0,0-1 0,0 1 0,-1 0 0,1 0 0,0-1 0,0 1 0,-1 0 0,1 0 0,0-1 0,0 1 0,-1 0 0,1 0 0,0 0 0,-1-1 0,1 1 0,0 0 0,-1 0 0,1 0 0,0 0 0,-1 0 0,1 0 0,0 0 0,-1 0 0,1 0 0,0 0 0,-1 0 0,1 0 0,-1 0 0,1 0 0,0 0 0,-1 0 0,1 0 0,0 0 0,-1 1 0,-14 13 0,-6 24 0,-18 56 0,3 2 0,-32 142 0,53-175 0,3 1 0,3 0 0,3 1 0,2 84 0,7-137 0,3-19 0,7-33 0,-8 27 0,56-183 0,64-350 0,-121 526 0,5-45 0,-9 59 0,0 1 0,0 0 0,0 0 0,0 0 0,-1 0 0,0 0 0,0 0 0,-1 0 0,-2-8 0,3 12 0,1 1 0,0-1 0,-1 0 0,1 1 0,-1-1 0,1 1 0,-1-1 0,1 1 0,-1 0 0,1-1 0,-1 1 0,1-1 0,-1 1 0,1 0 0,-1-1 0,0 1 0,1 0 0,-1 0 0,1 0 0,-1-1 0,0 1 0,1 0 0,-1 0 0,0 0 0,1 0 0,-1 0 0,0 0 0,1 0 0,-1 0 0,0 1 0,1-1 0,-1 0 0,0 0 0,1 0 0,-1 1 0,1-1 0,-1 0 0,0 1 0,1-1 0,-1 0 0,1 1 0,-1-1 0,1 1 0,-1-1 0,1 1 0,0-1 0,-1 2 0,-26 29 0,24-27 0,-47 65 0,2 3 0,-57 116 0,90-158 0,2 1 0,1 1 0,2 0 0,1 0 0,1 1 0,2 0 0,1 1 0,2-1 0,1 51 0,11-15 0,-8-65 0,0 1 0,0-1 0,0 0 0,0 0 0,1 0 0,0 0 0,0-1 0,0 1 0,0 0 0,1-1 0,-1 1 0,1-1 0,5 5 0,-8-8 0,1 0 0,-1 1 0,1-1 0,-1 0 0,1 0 0,0 1 0,-1-1 0,1 0 0,-1 0 0,1 0 0,0 0 0,-1 0 0,1 0 0,-1 0 0,1 0 0,0 0 0,-1 0 0,1 0 0,-1 0 0,1-1 0,0 1 0,-1 0 0,1 0 0,-1-1 0,1 1 0,-1 0 0,1-1 0,-1 1 0,1 0 0,-1-1 0,1 1 0,-1-1 0,0 1 0,1-1 0,-1 1 0,0-1 0,1 1 0,-1-1 0,0 1 0,1-1 0,10-26 0,-10 25 0,13-38 0,-2 0 0,-1 0 0,-3-1 0,-1-1 0,-2 1 0,-2-1 0,-3-62 0,0 101 0,0-1 0,0 1 0,-1 0 0,0 0 0,1 0 0,-1-1 0,0 1 0,0 0 0,-1 0 0,1 0 0,-1 1 0,-1-4 0,2 5 0,1 1 0,-1 0 0,1-1 0,-1 1 0,1-1 0,-1 1 0,1 0 0,-1 0 0,1-1 0,-1 1 0,0 0 0,1 0 0,-1-1 0,1 1 0,-1 0 0,0 0 0,1 0 0,-1 0 0,0 0 0,1 0 0,-1 0 0,0 0 0,-1 1 0,0 0 0,0-1 0,1 1 0,-1 0 0,0 0 0,1 0 0,-1 0 0,1 0 0,0 1 0,-1-1 0,0 2 0,-9 9 0,2 1 0,0-1 0,0 2 0,2-1 0,-1 1 0,2 1 0,0-1 0,0 1 0,2 0 0,0 0 0,0 1 0,2-1 0,0 1 0,0 0 0,2-1 0,0 1 0,0 0 0,5 19 0,-4-28 0,1 0 0,0 0 0,0 0 0,1-1 0,0 1 0,0-1 0,1 0 0,0 0 0,0 0 0,0-1 0,1 1 0,-1-1 0,1 0 0,1 0 0,-1 0 0,1-1 0,-1 0 0,1 0 0,0-1 0,1 1 0,-1-1 0,1-1 0,-1 1 0,1-1 0,0 0 0,0 0 0,0-1 0,0 0 0,0-1 0,0 1 0,0-1 0,0-1 0,0 1 0,0-1 0,0 0 0,0-1 0,0 0 0,13-5 0,-10 3 0,-1-1 0,0-1 0,1 0 0,-2 0 0,1-1 0,-1 0 0,0 0 0,0-1 0,-1 0 0,0 0 0,-1-1 0,0 0 0,10-18 0,-16 26 0,1-1 0,-1 0 0,1 1 0,-1-1 0,1 1 0,-1-1 0,0 0 0,0 1 0,0-1 0,0 0 0,0 1 0,0-1 0,-1 0 0,1 1 0,0-1 0,-1 0 0,1 1 0,-1-1 0,0 1 0,0-1 0,-1-1 0,0 0 0,0 0 0,-1 1 0,1 0 0,-1 0 0,1 0 0,-1 0 0,0 0 0,0 0 0,0 1 0,-4-2 0,-5-2 0,0 1 0,0 1 0,-1 1 0,-22-3 0,30 5 0,-1-1 0,1 2 0,0-1 0,-1 0 0,1 1 0,0 0 0,-1 1 0,1-1 0,0 1 0,0 0 0,0 0 0,0 1 0,1-1 0,-1 1 0,0 0 0,1 0 0,0 1 0,0-1 0,0 1 0,0 0 0,1 0 0,-1 0 0,1 0 0,0 1 0,0-1 0,1 1 0,-1 0 0,-2 8 0,-2 8 0,0 0 0,1 0 0,1 1 0,1 0 0,-2 33 0,-1 19 0,1-26 0,1 96 0,5-141 0,0 0 0,1-1 0,-1 1 0,1 0 0,-1-1 0,1 1 0,0-1 0,-1 1 0,1-1 0,1 1 0,-1-1 0,0 0 0,0 1 0,1-1 0,0 0 0,-1 0 0,1 0 0,0 0 0,0 0 0,0-1 0,0 1 0,0-1 0,5 3 0,-5-3 0,1-1 0,-1 1 0,0-1 0,1 1 0,-1-1 0,1 0 0,-1 0 0,1-1 0,-1 1 0,1 0 0,-1-1 0,0 1 0,1-1 0,-1 0 0,0 0 0,1 0 0,-1 0 0,0 0 0,0 0 0,0-1 0,0 1 0,0-1 0,0 1 0,0-1 0,2-4 0,9-8 0,-1-1 0,-1-1 0,0 0 0,-1-1 0,10-23 0,34-96 0,-44 109 0,12-31 0,40-120 0,-52 147 0,-3-1 0,0 1 0,3-56 0,-10 84 0,0 1 0,1 0 0,-1 0 0,0 0 0,0-1 0,-1 1 0,1 0 0,0 0 0,-1 0 0,1 0 0,-1-1 0,0 1 0,0 0 0,0 0 0,0 0 0,0 1 0,0-1 0,0 0 0,-1 0 0,1 0 0,-4-2 0,3 3 0,0 0 0,0 0 0,0 1 0,0-1 0,-1 0 0,1 1 0,0 0 0,0 0 0,0 0 0,-1 0 0,1 0 0,0 0 0,0 0 0,-1 1 0,1-1 0,0 1 0,-3 0 0,-9 5 0,1 0 0,0 0 0,0 1 0,1 1 0,-15 11 0,17-10 0,0 0 0,1 1 0,0 0 0,0 0 0,1 1 0,0 0 0,1 0 0,1 1 0,0 0 0,0 0 0,1 1 0,0-1 0,-4 22 0,4-7 0,0 0 0,2 0 0,1 0 0,1 1 0,4 46 0,-2-64 0,1-1 0,0 1 0,0 0 0,1-1 0,0 0 0,1 1 0,-1-1 0,2-1 0,-1 1 0,2-1 0,-1 1 0,1-1 0,0-1 0,0 1 0,1-1 0,14 11 0,-20-17 0,0 0 0,0 0 0,0 0 0,1 0 0,-1-1 0,0 1 0,0 0 0,1-1 0,-1 1 0,1-1 0,-1 1 0,0-1 0,1 0 0,-1 0 0,1 1 0,-1-1 0,1 0 0,-1 0 0,1 0 0,-1-1 0,1 1 0,1-1 0,-2 1 0,0-1 0,0 0 0,1 0 0,-1 0 0,0 0 0,0-1 0,0 1 0,0 0 0,-1 0 0,1 0 0,0-1 0,0 1 0,-1 0 0,1-1 0,-1 1 0,1-1 0,0-1 0,1-8 0,-1 0 0,0 0 0,0 0 0,-2-16 0,-2 0 0,-1 1 0,-1 1 0,-1-1 0,-2 1 0,0 0 0,-2 0 0,-1 1 0,0 1 0,-2 0 0,-1 0 0,0 1 0,-19-20 0,31 39 0,-1 0 0,1 0 0,0 1 0,-1-1 0,0 1 0,0 0 0,0 0 0,0 0 0,0 0 0,0 0 0,0 0 0,-1 1 0,-5-2 0,8 3 0,0 0 0,0 0 0,0 0 0,0 0 0,0 0 0,0 0 0,0 0 0,0 0 0,0 0 0,0 1 0,0-1 0,0 1 0,0-1 0,0 0 0,0 1 0,0 0 0,1-1 0,-3 2 0,2 0 0,-1 0 0,1 0 0,-1 0 0,1 0 0,0 0 0,0 0 0,0 0 0,0 1 0,0-1 0,0 0 0,0 3 0,-6 42 0,6-45 0,1 1 0,0-1 0,0 1 0,0-1 0,0 1 0,0-1 0,1 1 0,-1-1 0,1 0 0,-1 1 0,1-1 0,0 0 0,0 1 0,0-1 0,0 0 0,3 3 0,-4-5 0,1 0 0,0 1 0,-1-1 0,1 0 0,0 0 0,0 0 0,-1 0 0,1 0 0,0 0 0,0 0 0,0 0 0,-1 0 0,1 0 0,0 0 0,0 0 0,-1-1 0,1 1 0,0 0 0,-1 0 0,1-1 0,0 1 0,-1-1 0,1 1 0,0-1 0,-1 1 0,1-1 0,-1 1 0,1-1 0,0 0 0,17-19 0,0-7-17,-2-1 0,-1 0 0,16-43 0,-7 17-1280,-12 29-5529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3:36:07.587"/>
    </inkml:context>
    <inkml:brush xml:id="br0">
      <inkml:brushProperty name="width" value="0.35" units="cm"/>
      <inkml:brushProperty name="height" value="0.35" units="cm"/>
      <inkml:brushProperty name="color" value="#FFFFFF"/>
    </inkml:brush>
  </inkml:definitions>
  <inkml:trace contextRef="#ctx0" brushRef="#br0">1469 1466 24575,'-4'1'0,"0"1"0,0-1 0,0 1 0,0 0 0,0 1 0,0-1 0,1 1 0,-1-1 0,1 1 0,0 0 0,-4 5 0,4-6 0,-199 177 0,191-172 0,1 1 0,1 1 0,0 0 0,0 0 0,-13 18 0,21-25 0,-1 0 0,1 0 0,0 0 0,0 1 0,0-1 0,0 0 0,0 1 0,1-1 0,-1 0 0,1 1 0,-1-1 0,1 1 0,0-1 0,0 1 0,0-1 0,0 0 0,1 1 0,-1-1 0,0 1 0,1-1 0,0 0 0,0 1 0,0-1 0,0 0 0,0 1 0,0-1 0,0 0 0,1 0 0,-1 0 0,1 0 0,-1-1 0,1 1 0,0 0 0,0 0 0,2 1 0,2 1 0,1 0 0,-1 0 0,0 0 0,1-1 0,-1 0 0,1-1 0,0 1 0,0-1 0,0-1 0,1 1 0,-1-1 0,0 0 0,0-1 0,1 0 0,-1 0 0,0 0 0,1-1 0,8-2 0,-6 0 0,0 1 0,0-1 0,0-1 0,-1 0 0,0 0 0,1-1 0,-2 0 0,1 0 0,0-1 0,-1 0 0,0-1 0,10-10 0,-3-3 0,0 0 0,-1-1 0,-1 0 0,-2-1 0,0 0 0,16-47 0,-15 28 0,-1 0 0,-2-1 0,4-53 0,-13 94 0,2-14 0,-1 0 0,0 1 0,-1-1 0,-4-27 0,3 39 0,0-1 0,0 1 0,0-1 0,0 1 0,-1-1 0,1 1 0,-1 0 0,0 0 0,0 0 0,0 0 0,0 0 0,0 0 0,-1 0 0,1 1 0,-1-1 0,0 1 0,0 0 0,0-1 0,0 2 0,0-1 0,0 0 0,-1 0 0,1 1 0,-7-2 0,1 1 0,1 0 0,-1 1 0,0 0 0,1 1 0,-1 0 0,0 0 0,1 1 0,-1 0 0,1 0 0,-1 1 0,1 0 0,0 1 0,-1 0 0,1 0 0,1 1 0,-1 0 0,-13 9 0,-5 6 0,1 1 0,0 1 0,-29 34 0,54-55 0,-20 21 0,1 1 0,2 1 0,0 1 0,1 0 0,1 1 0,2 1 0,-17 45 0,18-37 0,3 0 0,0 1 0,3 0 0,0 1 0,0 64 0,6-73 0,-1 4 0,1 0 0,1 1 0,11 57 0,-12-87 0,1 0 0,-1-1 0,0 1 0,1 0 0,0-1 0,-1 1 0,1 0 0,0-1 0,0 1 0,-1-1 0,1 1 0,0-1 0,1 0 0,-1 1 0,0-1 0,0 0 0,2 1 0,-2-1 0,0-1 0,0 0 0,-1 0 0,1 0 0,0 0 0,0 0 0,-1 0 0,1 0 0,0 0 0,0 0 0,-1 0 0,1-1 0,0 1 0,0 0 0,-1-1 0,1 1 0,0 0 0,-1-1 0,1 1 0,0 0 0,-1-1 0,1 1 0,-1-1 0,1 0 0,0 0 0,4-5 0,-1 1 0,0-1 0,0 0 0,0 0 0,-1-1 0,4-7 0,1-6 0,-1 0 0,-1-1 0,0 1 0,2-26 0,-7 37 0,0 0 0,-1 0 0,0 1 0,0-1 0,-1 0 0,-1 0 0,1 1 0,-1-1 0,-1 1 0,1-1 0,-1 1 0,-9-15 0,1 6 0,-1 1 0,-1 0 0,-1 0 0,0 2 0,-1 0 0,-1 0 0,0 2 0,0 0 0,-1 0 0,-1 2 0,0 0 0,0 1 0,-1 1 0,0 1 0,-1 0 0,1 2 0,-1 0 0,0 1 0,-31-2 0,46 6 0,0 0 0,1 0 0,-1 0 0,0 0 0,1 1 0,-1 0 0,0 0 0,1 0 0,-1 0 0,1 1 0,0-1 0,-1 1 0,1 0 0,0 1 0,0-1 0,0 1 0,0 0 0,-6 6 0,7-5 0,-1 1 0,1-1 0,1 1 0,-1 0 0,1 0 0,-1 0 0,2 0 0,-1 1 0,0-1 0,1 0 0,0 1 0,0-1 0,1 1 0,0-1 0,0 11 0,1-7 0,0 1 0,1 0 0,0-1 0,1 1 0,0-1 0,0 1 0,1-1 0,1 0 0,-1-1 0,1 1 0,1-1 0,-1 0 0,1 0 0,1-1 0,7 8 0,-5-7 0,0 1 0,0-1 0,1-1 0,1 0 0,-1-1 0,1 1 0,0-2 0,1 0 0,-1 0 0,1-1 0,18 4 0,-22-6 0,1-1 0,0 0 0,0 0 0,-1-1 0,1 0 0,0-1 0,0 0 0,-1 0 0,1-1 0,-1 0 0,1 0 0,-1-1 0,0 0 0,0-1 0,0 0 0,0 0 0,-1 0 0,1-1 0,-1 0 0,-1-1 0,1 1 0,-1-1 0,1-1 0,-2 1 0,9-12 0,5-11 0,-1-1 0,-1 0 0,-2-2 0,-1 1 0,-1-2 0,10-42 0,-6 6 0,-3-1 0,5-76 0,-17 128 0,2-15 0,-1 1 0,-2-1 0,-1 0 0,-9-61 0,9 91 0,0 0 0,-1 1 0,1-1 0,-1 0 0,0 1 0,0-1 0,0 1 0,0-1 0,0 1 0,0 0 0,-1-1 0,1 1 0,-1 0 0,0 0 0,0 0 0,0 0 0,0 0 0,0 0 0,0 1 0,0-1 0,0 1 0,-1-1 0,1 1 0,-1 0 0,1 0 0,-1 0 0,1 0 0,-1 0 0,1 1 0,-1-1 0,0 1 0,1 0 0,-1 0 0,0 0 0,0 0 0,1 0 0,-1 0 0,0 1 0,1-1 0,-1 1 0,0 0 0,-2 1 0,-5 2 0,0 0 0,0 1 0,0 0 0,0 1 0,1 0 0,0 0 0,0 1 0,1 0 0,-9 10 0,-5 9 0,1 0 0,2 1 0,1 1 0,1 1 0,2 1 0,0 0 0,2 1 0,-14 52 0,14-34 0,3 1 0,2 0 0,2 0 0,2 0 0,4 53 0,1-71 0,8 47 0,-6-67 0,-1 0 0,2 0 0,-1-1 0,2 1 0,-1-1 0,12 20 0,-15-29 0,1 1 0,-1-1 0,1 0 0,0 0 0,-1 0 0,1 0 0,0 0 0,0 0 0,0 0 0,0-1 0,1 1 0,-1-1 0,0 0 0,1 1 0,-1-1 0,1 0 0,-1 0 0,6 1 0,-6-2 0,1 0 0,-1-1 0,1 1 0,-1 0 0,1-1 0,-1 1 0,1-1 0,-1 0 0,0 0 0,1 0 0,-1 0 0,0 0 0,0 0 0,1-1 0,-1 1 0,2-3 0,2-2 0,0 0 0,0-1 0,-1 0 0,0 0 0,0 0 0,-1 0 0,0 0 0,0-1 0,0 0 0,3-14 0,-4 7 0,-1 1 0,0-1 0,-1 0 0,-1 0 0,0 0 0,-1 0 0,-1 1 0,0-1 0,-1 0 0,0 1 0,-2-1 0,1 1 0,-2 0 0,-13-25 0,7 18 0,-1 0 0,-1 1 0,0 0 0,-2 1 0,0 1 0,-2 0 0,1 1 0,-28-19 0,27 24 0,-1 1 0,0 1 0,-1 1 0,0 0 0,0 2 0,-1 0 0,0 2 0,0 0 0,-39-4 0,23 6 0,0 2 0,0 2 0,1 1 0,-71 13 0,89-11 0,-1 1 0,1 0 0,1 2 0,-1 0 0,1 1 0,0 1 0,1 0 0,0 1 0,1 1 0,-27 24 0,40-33 0,-1 1 0,1-1 0,0 1 0,0-1 0,0 1 0,0 0 0,0 0 0,1 0 0,-1 0 0,1 0 0,0 0 0,0 1 0,0-1 0,0 0 0,0 1 0,1-1 0,-1 0 0,1 1 0,1 6 0,0-6 0,0 1 0,0-1 0,1 0 0,0 0 0,0 1 0,0-1 0,0-1 0,0 1 0,1 0 0,0 0 0,0-1 0,0 0 0,5 5 0,1-1 0,0 1 0,1-1 0,0-1 0,1 0 0,-1 0 0,1-1 0,0 0 0,1-1 0,-1-1 0,19 4 0,-24-6 0,0 0 0,0-1 0,0 1 0,0-2 0,0 1 0,0-1 0,0 0 0,0 0 0,0 0 0,0-1 0,0 0 0,-1 0 0,1-1 0,-1 1 0,1-1 0,8-7 0,-5 3 0,-1-1 0,-1 0 0,1-1 0,-1 1 0,-1-1 0,1-1 0,-1 1 0,5-14 0,5-11 0,-2-1 0,-2-1 0,-1 0 0,-2 0 0,6-41 0,5-189 0,-20 262 0,1-16 0,0 0 0,-2 0 0,-1 0 0,-6-33 0,8 51 0,0 1 0,0 0 0,-1 0 0,1 0 0,0 0 0,0 0 0,-1-1 0,1 1 0,-1 0 0,1 0 0,-1 0 0,1 0 0,-1 0 0,0 0 0,1 0 0,-1 1 0,0-1 0,0 0 0,0 0 0,1 0 0,-1 1 0,0-1 0,0 0 0,0 1 0,0-1 0,0 1 0,0-1 0,-1 1 0,1 0 0,0-1 0,0 1 0,0 0 0,0 0 0,0 0 0,-1 0 0,1 0 0,0 0 0,0 0 0,0 0 0,0 0 0,0 1 0,-1-1 0,1 0 0,0 1 0,0-1 0,0 1 0,0-1 0,0 1 0,0-1 0,0 1 0,0 0 0,0 0 0,0 0 0,-8 6 0,1 0 0,0 1 0,0 0 0,-8 11 0,-7 11 0,1 1 0,-32 63 0,-21 74 0,50-103 0,2 1 0,3 2 0,3 0 0,3 0 0,-5 80 0,18-138 0,1 0 0,0-1 0,0 1 0,4 17 0,-3-25 0,-1-1 0,0 0 0,0 0 0,0 0 0,1 1 0,-1-1 0,0 0 0,1 0 0,-1 0 0,1 0 0,-1 0 0,1 0 0,0 0 0,0 0 0,-1 0 0,1 0 0,0 0 0,0-1 0,0 1 0,0 0 0,0-1 0,0 1 0,0 0 0,0-1 0,0 1 0,0-1 0,0 1 0,0-1 0,0 0 0,0 0 0,1 1 0,-1-1 0,0 0 0,0 0 0,0 0 0,1 0 0,-1 0 0,0 0 0,0-1 0,0 1 0,0 0 0,0 0 0,1-1 0,-1 1 0,0-1 0,0 1 0,0-1 0,0 0 0,1 0 0,5-4 0,0-1 0,-1 0 0,0 0 0,0 0 0,0-1 0,-1 1 0,0-1 0,0-1 0,7-14 0,29-52 21,44-118-1,16-91-225,49-218-368,-119 367 409,25-249 0,-56 379 164,2-16 0,0 1 0,-2-1 0,-1 1 0,-3-25 0,4 42 7,0 0 0,0 1 1,-1-1-1,1 0 0,-1 0 0,0 0 1,1 0-1,-1 1 0,0-1 0,0 0 1,0 0-1,0 1 0,0-1 0,0 1 0,-1-1 1,1 1-1,-1 0 0,1-1 0,-1 1 1,1 0-1,-1 0 0,-1-1 0,1 2 15,0-1-1,-1 1 1,1 0 0,0 0-1,0 0 1,0 0-1,0 0 1,-1 0-1,1 1 1,0-1-1,0 1 1,0-1-1,0 1 1,0 0-1,0 0 1,-3 1 0,-6 5 66,0 1 1,1 0 0,-1 0 0,1 1-1,-9 11 1,-14 18-89,2 1 0,1 2 0,-47 86 0,-48 146 0,99-209 0,4 1 0,-23 107 0,37-128 0,2 0 0,2 1 0,2 0 0,2-1 0,5 48 0,-4-89 0,-1 1 0,1-1 0,-1 0 0,1 0 0,0 0 0,0 0 0,1 0 0,-1 0 0,2 3 0,-3-6 0,1 1 0,-1-1 0,0 0 0,0 0 0,0 0 0,1 1 0,-1-1 0,0 0 0,0 0 0,1 0 0,-1 1 0,0-1 0,0 0 0,1 0 0,-1 0 0,0 0 0,0 0 0,1 0 0,-1 0 0,0 0 0,1 0 0,-1 0 0,0 0 0,1 0 0,-1 0 0,0 0 0,0 0 0,1 0 0,-1 0 0,0 0 0,1 0 0,-1 0 0,11-17 0,3-22 0,-2-1 0,9-59 0,-13 61 0,-7 32 0,-1 0 0,1 0 0,-1 0 0,-1 0 0,1 0 0,-1 0 0,0 0 0,0 0 0,-1 0 0,0 0 0,0 1 0,0-1 0,0 1 0,-1-1 0,0 1 0,0 0 0,-1 0 0,0 0 0,1 0 0,-1 1 0,-5-5 0,-8-6 0,0 0 0,-2 1 0,1 1 0,-26-14 0,42 27 0,-5-5 0,0 1 0,-1 0 0,1 1 0,-14-4 0,20 7 0,0-1 0,-1 1 0,1-1 0,0 1 0,-1 0 0,1 0 0,0 0 0,-1 0 0,1 0 0,0 0 0,-1 0 0,1 0 0,0 1 0,-1-1 0,1 0 0,0 1 0,0-1 0,-1 1 0,1-1 0,0 1 0,0 0 0,0-1 0,0 1 0,0 0 0,0 0 0,0 0 0,0 0 0,0 0 0,0 0 0,0 0 0,1 0 0,-1 0 0,0 0 0,1 1 0,-1-1 0,1 0 0,-1 3 0,-1 4 0,1 1 0,0 0 0,0 0 0,1 0 0,1 0 0,-1 0 0,1 0 0,1 0 0,0 0 0,0-1 0,0 1 0,1-1 0,1 1 0,-1-1 0,1 0 0,6 8 0,-1-2 0,0 0 0,0-1 0,1 0 0,1-1 0,0 0 0,1-1 0,0 0 0,16 10 0,-21-16 0,0 0 0,0-1 0,1 0 0,0 0 0,-1-1 0,1 0 0,1-1 0,-1 1 0,0-2 0,0 1 0,1-1 0,-1 0 0,1-1 0,-1 0 0,1 0 0,-1-1 0,1 0 0,-1-1 0,1 1 0,-1-2 0,0 1 0,0-1 0,0 0 0,0-1 0,-1 0 0,1 0 0,-1-1 0,0 1 0,9-10 0,12-11 0,-1-1 0,-1-1 0,-2-1 0,-1-1 0,29-48 0,81-171 0,-121 204 0,-13 46 0,0 0 0,0-1 0,1 1 0,-1 0 0,1-1 0,-1 1 0,1 0 0,0 0 0,0 0 0,0 0 0,0-1 0,0 1 0,0 0 0,0 0 0,0 0 0,1-1 0,-1 1 0,1 0 0,-1 0 0,1-1 0,0 1 0,0 0 0,1 1 0,1 0 0,-1-1 0,1 1 0,-1-1 0,1 0 0,0 0 0,0 0 0,0 0 0,0-1 0,0 1 0,0-1 0,6 2 0,6 1 0,1-1 0,0 0 0,0-1 0,19 0 0,-12-2 0,0 0 0,0-2 0,0-1 0,-1-1 0,34-9 0,-55 13 0,0 0 0,0 0 0,0-1 0,0 1 0,0 0 0,0-1 0,0 1 0,0-1 0,0 1 0,0-1 0,0 1 0,0-1 0,0 0 0,0 1 0,0-1 0,0 0 0,0 0 0,-1 0 0,2-1 0,-3 1 0,1 1 0,-1-1 0,1 1 0,-1-1 0,1 1 0,-1-1 0,1 1 0,-1-1 0,0 1 0,1 0 0,-1-1 0,0 1 0,1 0 0,-1 0 0,0-1 0,0 1 0,1 0 0,-1 0 0,0 0 0,-1 0 0,-51-5 0,19 5 0,1 1 0,-1 2 0,-42 8 0,54-6 0,1 0 0,0 2 0,0 0 0,0 1 0,1 2 0,-21 12 0,38-21 0,0 1 0,0 0 0,0 1 0,0-1 0,0 1 0,0-1 0,0 1 0,1 0 0,0 0 0,-1 0 0,1 0 0,0 0 0,1 0 0,-1 1 0,0-1 0,1 1 0,0-1 0,-2 8 0,3-6 0,0 0 0,0 0 0,1-1 0,-1 1 0,1 0 0,0 0 0,0-1 0,1 1 0,0 0 0,-1-1 0,1 0 0,5 9 0,7 6 0,1 0 0,0-1 0,1 0 0,32 25 0,-44-38 0,3 1 0,1 1 0,-1-1 0,1-1 0,0 1 0,17 8 0,-23-14 0,0 1 0,0 0 0,0-1 0,0 1 0,0-1 0,0 0 0,0 1 0,1-1 0,-1 0 0,0 0 0,0 0 0,0-1 0,0 1 0,0-1 0,0 1 0,0-1 0,0 1 0,0-1 0,0 0 0,0 0 0,0 0 0,-1 0 0,1 0 0,0-1 0,-1 1 0,1 0 0,-1-1 0,1 1 0,-1-1 0,0 0 0,1 1 0,-1-1 0,1-3 0,22-41 0,-23 44 0,0 1 0,0-1 0,-1 0 0,1 1 0,0-1 0,-1 0 0,0 1 0,1-1 0,-1 0 0,0 1 0,0-1 0,0 0 0,0 0 0,0 1 0,0-1 0,0 0 0,-1 0 0,1 1 0,-1-1 0,1 0 0,-1 1 0,0-1 0,1 1 0,-1-1 0,0 1 0,-2-3 0,2 4 0,0-1 0,0 1 0,0-1 0,0 1 0,-1-1 0,1 1 0,0 0 0,0 0 0,-1 0 0,1 0 0,0 0 0,0 0 0,-1 0 0,1 0 0,0 0 0,0 0 0,-1 1 0,1-1 0,0 0 0,0 1 0,0-1 0,0 1 0,-1 0 0,1-1 0,0 1 0,0 0 0,0 0 0,0-1 0,1 1 0,-1 0 0,0 0 0,0 0 0,0 0 0,1 0 0,-1 0 0,1 1 0,-2 1 0,1-2 0,1 0 0,-1 0 0,0 0 0,1 0 0,-1 1 0,1-1 0,0 0 0,-1 1 0,1-1 0,0 0 0,-1 1 0,1-1 0,0 0 0,0 1 0,0-1 0,0 0 0,1 1 0,-1-1 0,0 0 0,1 1 0,-1-1 0,0 0 0,1 1 0,0-1 0,-1 0 0,1 0 0,0 0 0,-1 0 0,1 0 0,0 1 0,0-1 0,0-1 0,0 1 0,0 0 0,0 0 0,0 0 0,0 0 0,2 0 0,0 0 0,1 0 0,0 0 0,-1 0 0,1-1 0,0 1 0,-1-1 0,1 0 0,0 0 0,0 0 0,-1-1 0,1 1 0,0-1 0,-1 0 0,1 0 0,-1 0 0,7-4 0,3 0 0,-1-2 0,0 0 0,16-12 0,-8 4 0,-1-2 0,0-1 0,-2 0 0,0-1 0,-1-1 0,25-38 0,-31 40 0,0 0 0,-1-1 0,-1 0 0,0 0 0,-2-1 0,0 0 0,-1 0 0,3-39 0,-7 54 0,-1-1 0,0 1 0,0-1 0,0 1 0,-1-1 0,0 1 0,0 0 0,0-1 0,-1 1 0,0 0 0,0 0 0,0 0 0,-1 0 0,1 0 0,-5-5 0,4 6 0,-1 1 0,1 0 0,-1 0 0,1 0 0,-1 1 0,0-1 0,0 1 0,0 0 0,0 0 0,-1 0 0,1 1 0,-1-1 0,1 1 0,-1 0 0,1 0 0,-1 1 0,0-1 0,-6 1 0,-7 1 0,0 1 0,0 0 0,0 1 0,0 1 0,1 1 0,-1 1 0,1 0 0,-20 11 0,11-4 0,1 1 0,0 1 0,1 1 0,-32 29 0,48-37 0,0 0 0,0 0 0,1 0 0,0 1 0,0 0 0,1 1 0,0-1 0,1 1 0,0 1 0,1-1 0,0 0 0,-5 21 0,7-21 0,1 0 0,1-1 0,-1 1 0,1 0 0,1 0 0,0 0 0,1 0 0,-1-1 0,2 1 0,-1 0 0,2-1 0,-1 0 0,1 0 0,9 16 0,-1-7 0,1-1 0,0 0 0,2 0 0,0-2 0,0 1 0,2-2 0,0 0 0,0-2 0,1 1 0,1-2 0,0-1 0,0 0 0,28 9 0,-15-7 0,0-2 0,0-2 0,1-1 0,0-1 0,1-2 0,-1-1 0,1-1 0,35-4 0,-48 0 0,1-1 0,0-1 0,-1-1 0,0-1 0,0 0 0,0-2 0,-1 0 0,0-1 0,-1-2 0,0 0 0,-1 0 0,0-2 0,0 0 0,-2-2 0,0 1 0,0-2 0,-1 0 0,-1-1 0,13-20 0,1-5 0,32-62 0,-51 87 0,-2-1 0,0 0 0,-1 0 0,0 0 0,-2-1 0,4-34 0,-7 50 0,-1-1 0,0 1 0,0-1 0,0 1 0,0-1 0,-1 1 0,1-1 0,-1 1 0,0-1 0,0 1 0,-1 0 0,1-1 0,0 1 0,-1 0 0,0 0 0,0 0 0,0 0 0,0 0 0,-5-4 0,3 4 0,0 0 0,0 0 0,-1 1 0,0-1 0,1 1 0,-1 0 0,0 0 0,0 1 0,0-1 0,0 1 0,0 0 0,-6 0 0,-10 1 0,1 0 0,-1 1 0,0 1 0,1 0 0,-32 10 0,15-3 0,-62 26 0,85-29 0,-1 1 0,2 1 0,-1 0 0,1 0 0,1 2 0,-1-1 0,-11 13 0,22-20 0,0 1 0,-1-1 0,1 0 0,0 1 0,0 0 0,1-1 0,-1 1 0,1 0 0,-1 0 0,1 0 0,0 0 0,0 0 0,0 0 0,0 0 0,1 0 0,-1 0 0,1 1 0,0-1 0,0 0 0,0 0 0,0 0 0,0 1 0,2 5 0,0-4 0,1-1 0,-1 1 0,1 0 0,0-1 0,0 0 0,0 0 0,1 0 0,-1 0 0,1 0 0,0-1 0,0 1 0,1-1 0,7 5 0,-10-7 0,5 4 0,1 0 0,0 0 0,0-1 0,0 0 0,0 0 0,1-1 0,-1 0 0,1 0 0,0-1 0,14 1 0,-22-2 0,0-1 0,0 0 0,0 0 0,-1-1 0,1 1 0,0 0 0,0 0 0,0 0 0,0-1 0,0 1 0,-1 0 0,1-1 0,0 1 0,0 0 0,0-1 0,-1 1 0,1-1 0,0 1 0,-1-1 0,1 0 0,0 1 0,-1-1 0,1 0 0,-1 1 0,1-1 0,-1 0 0,1 0 0,-1 0 0,0 1 0,1-3 0,-1 1 0,0-1 0,0 1 0,0-1 0,0 1 0,0-1 0,-1 1 0,1-1 0,-1 1 0,0 0 0,-1-5 0,-4-5 0,0 0 0,-1 0 0,-8-11 0,0 4 0,0 1 0,-1 0 0,0 1 0,-2 1 0,0 1 0,0 0 0,-2 1 0,0 1 0,0 1 0,-1 1 0,0 1 0,-1 1 0,-1 0 0,1 2 0,-1 0 0,-34-4 0,53 11 0,1-1 0,-1 1 0,0 0 0,1 0 0,-1 0 0,0 1 0,1-1 0,-1 1 0,1 0 0,-1 0 0,1 0 0,0 1 0,-1-1 0,-5 4 0,8-4 0,0 1 0,0-1 0,0 0 0,0 1 0,0-1 0,0 1 0,0-1 0,0 1 0,0 0 0,1-1 0,-1 1 0,1 0 0,-1-1 0,1 1 0,0 0 0,0 0 0,0-1 0,-1 1 0,2 0 0,-1 0 0,0-1 0,0 1 0,1 0 0,-1 0 0,0-1 0,1 1 0,0 0 0,-1-1 0,1 1 0,0-1 0,0 1 0,1 1 0,3 5 0,0 0 0,1 0 0,0-1 0,0 0 0,1 0 0,0-1 0,0 1 0,14 8 0,-4-3 0,1-1 0,37 16 0,-26-16 0,0-1 0,0-1 0,1-2 0,0-1 0,1-1 0,-1-2 0,51 0 0,-59-4 0,0-1 0,-1 0 0,1-2 0,0-1 0,-1 0 0,0-1 0,-1-2 0,1 0 0,-1-1 0,-1-1 0,28-18 0,-40 22 0,0 0 0,0 0 0,0-1 0,-1 0 0,0 0 0,0 0 0,0-1 0,-1 0 0,0 0 0,-1 0 0,0-1 0,0 1 0,-1-1 0,0 0 0,-1 0 0,0 0 0,0-1 0,-1 1 0,0 0 0,0-1 0,-1 1 0,-1-1 0,-1-9 0,-1-2 0,-1 0 0,-1 0 0,-1 0 0,0 1 0,-2 0 0,0 1 0,-2 0 0,0 0 0,-14-20 0,14 25 0,-8-13 0,-30-34 0,43 55 0,0 1 0,-1-1 0,0 1 0,0 0 0,0 1 0,0-1 0,-1 1 0,1 1 0,-1-1 0,0 1 0,-13-4 0,18 6 0,-1 1 0,0 0 0,0 0 0,1-1 0,-1 2 0,0-1 0,0 0 0,1 0 0,-1 1 0,0 0 0,0-1 0,1 1 0,-1 0 0,1 0 0,-1 1 0,-2 0 0,1 2 0,-1-1 0,1 1 0,0-1 0,0 1 0,0 1 0,0-1 0,-4 7 0,-3 7 0,1 0 0,1 1 0,-9 25 0,17-41 0,-11 32 0,2 0 0,1 0 0,1 1 0,2 0 0,2 0 0,2 1 0,1-1 0,1 1 0,7 47 0,-3-55 0,2-1 0,0 1 0,2-1 0,0 0 0,3-1 0,0 0 0,1-1 0,2 0 0,0 0 0,2-2 0,1 0 0,21 23 0,-28-37 0,0 0 0,0-1 0,1-1 0,0 1 0,0-2 0,1 0 0,0 0 0,17 7 0,-23-12 0,-1 0 0,1 0 0,0-1 0,0 0 0,0 0 0,0 0 0,0-1 0,0 0 0,0 0 0,0 0 0,0-1 0,0 0 0,0 0 0,0 0 0,0-1 0,0 0 0,-1 0 0,1 0 0,-1-1 0,1 0 0,5-4 0,1-3 0,0 0 0,-1-1 0,0-1 0,-1 0 0,0 0 0,-1-1 0,15-27 0,-1-4 0,19-58 0,-23 49 0,-2-1 0,-3-1 0,-2-1 0,-3 1 0,-2-2 0,0-61 0,-7 105 0,-1 1 0,0-1 0,0 1 0,-1-1 0,-1 1 0,0 0 0,-6-14 0,8 22 0,0 1 0,-1-1 0,0 1 0,0 0 0,0-1 0,-1 1 0,1 0 0,0 0 0,-1 0 0,0 1 0,0-1 0,0 1 0,0-1 0,0 1 0,-1 0 0,1 0 0,-1 0 0,1 1 0,-1-1 0,1 1 0,-1 0 0,0 0 0,0 0 0,0 1 0,0-1 0,-7 1 0,0 1 0,0 1 0,0 0 0,1 1 0,-1 0 0,1 0 0,0 2 0,0-1 0,0 1 0,1 0 0,-1 1 0,1 0 0,1 1 0,-15 13 0,-10 12 0,-54 66 0,83-93 0,-29 36 0,2 1 0,2 2 0,1 1 0,3 1 0,2 2 0,-27 76 0,45-108 0,1-1 0,1 1 0,1 0 0,1-1 0,0 1 0,0 0 0,2 0 0,0 0 0,5 26 0,-4-34 0,0 0 0,0-1 0,1 1 0,-1-1 0,2 0 0,-1 1 0,1-1 0,0-1 0,1 1 0,-1-1 0,1 1 0,0-2 0,1 1 0,0 0 0,0-1 0,0 0 0,0 0 0,1-1 0,0 0 0,0 0 0,8 3 0,-9-5 0,1-1 0,-1 1 0,1-1 0,-1-1 0,1 1 0,0-1 0,-1 0 0,1-1 0,0 0 0,-1 0 0,1 0 0,-1-1 0,0 1 0,1-2 0,-1 1 0,0-1 0,0 0 0,0 0 0,-1 0 0,1-1 0,-1 0 0,6-5 0,6-6 0,-1 0 0,-1-1 0,0 0 0,-1-1 0,17-27 0,-10 8 0,-2-1 0,-1 0 0,-2-1 0,17-62 0,-14 25 0,15-116 0,-33 187 0,13-142 0,-13 125 0,-1-1 0,-1 0 0,-1 1 0,-8-35 0,10 52 0,-1 1 0,0 0 0,0-1 0,0 1 0,0 0 0,-1 0 0,0 0 0,1 0 0,-1 0 0,0 0 0,0 0 0,0 0 0,-1 1 0,1-1 0,-1 1 0,1 0 0,-5-3 0,5 5 0,0-1 0,0 1 0,0-1 0,-1 1 0,1 0 0,0 0 0,0 0 0,0 0 0,0 0 0,-1 0 0,1 0 0,0 1 0,0 0 0,0-1 0,0 1 0,0 0 0,0 0 0,0 0 0,0 0 0,0 0 0,0 0 0,0 0 0,1 1 0,-1-1 0,0 1 0,1 0 0,-3 2 0,-11 13 0,1 0 0,1 0 0,1 2 0,0-1 0,-15 34 0,-35 109 0,37-82 0,4 1 0,-18 127 0,32-148 0,3-1 0,3 1 0,2 0 0,12 82 0,-10-126 0,0 1 0,1-1 0,0 1 0,1-1 0,1-1 0,0 1 0,12 18 0,-15-29 0,-1 0 0,1 0 0,0 0 0,0 0 0,0-1 0,0 0 0,1 1 0,-1-1 0,1 0 0,0-1 0,0 1 0,0-1 0,0 0 0,0 0 0,0 0 0,1 0 0,-1-1 0,1 0 0,-1 0 0,1 0 0,0 0 0,-1-1 0,1 1 0,0-1 0,-1-1 0,1 1 0,0-1 0,8-2 0,3-2 0,-1-1 0,-1-1 0,1 0 0,-1-1 0,0-1 0,-1 0 0,0-1 0,0 0 0,-1-1 0,16-19 0,9-13 0,50-75 0,-38 42 0,-4-2 0,-2-2 0,-5-1 0,-3-2 0,-3-2 0,-5-1 0,30-156 0,-57 240 0,2-6 0,-1-1 0,0 0 0,-1 1 0,0-11 0,0 17 0,0 1 0,0 0 0,0 0 0,0 0 0,-1 0 0,1-1 0,0 1 0,0 0 0,-1 0 0,1 0 0,-1 0 0,1 0 0,-1 0 0,1 0 0,-1 0 0,0 0 0,0 0 0,1 0 0,-1 0 0,0 1 0,0-1 0,0 0 0,0 1 0,0-1 0,0 0 0,0 1 0,0-1 0,0 1 0,0-1 0,0 1 0,0 0 0,0-1 0,0 1 0,-1 0 0,1 0 0,0 0 0,0 0 0,0 0 0,-3 0 0,-1 2 0,0-1 0,0 1 0,0-1 0,0 1 0,0 1 0,0-1 0,1 1 0,-1 0 0,1 0 0,-8 7 0,-41 44 0,38-38 0,-38 45 0,3 1 0,3 3 0,2 1 0,4 3 0,2 1 0,4 2 0,-48 140 0,74-182 0,0 0 0,3 0 0,0 1 0,2 0 0,1 1 0,2-1 0,1 0 0,1 0 0,2 1 0,9 45 0,-5-55 0,-2-18 0,3-30 0,-3 2 0,33-130 0,33-309 0,-69 449 0,1-33 0,-3 46 0,0-1 0,0 0 0,0 0 0,0 1 0,-1-1 0,1 0 0,0 0 0,-1 1 0,1-1 0,-1 0 0,0 1 0,1-1 0,-1 1 0,0-1 0,0 0 0,0 1 0,0 0 0,-2-2 0,2 2 0,1 1 0,-1 0 0,0 0 0,0 0 0,0 0 0,1 0 0,-1 0 0,0 0 0,0 0 0,1 0 0,-1 1 0,0-1 0,0 0 0,1 0 0,-1 1 0,0-1 0,0 0 0,1 1 0,-1-1 0,0 1 0,1-1 0,-1 1 0,1-1 0,-1 1 0,1-1 0,-1 1 0,1 0 0,-1 0 0,-8 9 0,0 0 0,1 1 0,1-1 0,0 2 0,-10 19 0,-23 68 0,31-75 0,-67 201 0,63-178 0,2 1 0,-9 88 0,20-129 0,-1 0 0,1 0 0,1 0 0,-1 0 0,1 0 0,0 0 0,1 0 0,3 10 0,-4-15 0,0 0 0,0-1 0,0 1 0,0 0 0,0-1 0,0 1 0,0-1 0,1 1 0,-1-1 0,0 0 0,1 1 0,-1-1 0,1 0 0,0 0 0,-1 0 0,1 0 0,0 0 0,0-1 0,-1 1 0,1-1 0,0 1 0,0-1 0,0 1 0,0-1 0,0 0 0,0 0 0,-1 0 0,1 0 0,0 0 0,0 0 0,0-1 0,0 1 0,3-2 0,11-4 0,-1 0 0,1-1 0,-2-1 0,1-1 0,24-18 0,-6 4 0,0-2 0,-26 19 0,0 0 0,0 1 0,0-1 0,1 1 0,0 1 0,0 0 0,0 0 0,11-3 0,-18 6 0,-1 1 0,1 0 0,0 0 0,-1 0 0,1 0 0,-1 0 0,1 0 0,0 0 0,-1 0 0,1 0 0,-1 0 0,1 0 0,0 1 0,-1-1 0,1 0 0,-1 0 0,1 1 0,-1-1 0,1 0 0,-1 0 0,1 1 0,-1-1 0,1 1 0,-1-1 0,1 0 0,-1 1 0,0-1 0,1 1 0,-1-1 0,0 1 0,1-1 0,-1 1 0,0 0 0,0-1 0,1 1 0,-1-1 0,0 1 0,0-1 0,0 1 0,0 0 0,0-1 0,0 1 0,0 0 0,-4 30 0,4-31 0,-123 388 0,42-153 0,79-230 0,0 1 0,0 0 0,-1 0 0,0-1 0,0 1 0,-4 4 0,10-12 0,0-1 0,1 1 0,0-1 0,-1 1 0,1 1 0,0-1 0,0 0 0,0 1 0,0 0 0,1 0 0,7-1 0,48-3 0,0 12 0,-51-5 0,1 0 0,0 0 0,0-2 0,1 1 0,-1-1 0,11-1 0,-19 0 0,1 0 0,-1 0 0,0 0 0,1 0 0,-1-1 0,0 1 0,0 0 0,0-1 0,1 0 0,-2 1 0,1-1 0,0 0 0,0 0 0,-1 0 0,1 0 0,-1 0 0,1-1 0,-1 1 0,0 0 0,0-1 0,0 1 0,0 0 0,-1-1 0,1 1 0,0-1 0,-1-4 0,2-5 0,-1 0 0,-1 0 0,0-1 0,-2-17 0,-4-6 0,-1 1 0,-21-60 0,-35-66 0,61 155 0,-1 0 0,-1-7 0,-1 1 0,-1-1 0,0 1 0,0 0 0,-2 1 0,1 0 0,-18-19 0,24 28 0,0 1 0,0 0 0,0 0 0,0 0 0,-1 0 0,1 0 0,0 0 0,-1 1 0,1-1 0,-1 0 0,1 1 0,-1-1 0,1 1 0,-1-1 0,1 1 0,-1 0 0,1 0 0,-1 0 0,0-1 0,1 1 0,-1 1 0,1-1 0,-1 0 0,0 0 0,1 1 0,-1-1 0,1 1 0,-1-1 0,1 1 0,-1 0 0,1-1 0,0 1 0,-1 0 0,1 0 0,0 0 0,0 0 0,-1 0 0,1 0 0,0 0 0,0 1 0,0-1 0,0 0 0,1 1 0,-2 1 0,-3 5 0,0 1 0,1 0 0,0 0 0,0 0 0,-4 18 0,4-6 0,0 0 0,2 0 0,0 1 0,2-1 0,0 1 0,1-1 0,2 1 0,0-1 0,1 0 0,1 0 0,8 21 0,-8-28 0,0 0 0,1 0 0,1 0 0,0-1 0,1 0 0,1 0 0,0-1 0,0 0 0,1-1 0,1 0 0,0 0 0,0-1 0,1-1 0,0 0 0,1-1 0,19 10 0,-26-15 0,1 0 0,0-1 0,0 1 0,0-2 0,0 1 0,1-1 0,-1 0 0,0-1 0,1 1 0,11-2 0,-15 0 0,1 0 0,-1 0 0,0 0 0,1 0 0,-1-1 0,0 0 0,0 0 0,0 0 0,0 0 0,0-1 0,0 1 0,-1-1 0,1 0 0,-1 0 0,0 0 0,0-1 0,0 1 0,3-5 0,4-11 0,0 0 0,-2-1 0,0 0 0,-1 0 0,-1-1 0,4-31 0,-6 34 0,6-35 0,-3 1 0,-2-1 0,-3 0 0,-2 0 0,-2 0 0,-9-53 0,0 40 0,-3 0 0,-2 2 0,-3 0 0,-38-84 0,40 111 0,-2 0 0,-2 2 0,-27-36 0,36 54 0,-2 0 0,0 2 0,-1-1 0,0 2 0,-1 0 0,-1 1 0,-32-19 0,42 28 0,-1 0 0,1 1 0,-1 0 0,0 1 0,0-1 0,0 1 0,0 1 0,0 0 0,-1 0 0,1 0 0,0 1 0,-1 1 0,-12 1 0,17-1 0,-1 0 0,1 0 0,0 1 0,0 0 0,0-1 0,0 1 0,0 1 0,1-1 0,-1 1 0,1-1 0,-1 1 0,1 0 0,0 0 0,0 0 0,0 1 0,0-1 0,1 1 0,0 0 0,-1-1 0,1 1 0,0 0 0,1 0 0,-1 0 0,1 1 0,0-1 0,0 0 0,-1 5 0,1 7 0,0 0 0,0 0 0,2 1 0,0-1 0,1-1 0,0 1 0,1 0 0,1 0 0,7 16 0,10 23 0,30 58 0,30 48 0,6-4 0,195 264 0,-242-372 0,78 76 0,-99-108 0,0-1 0,1-1 0,0 0 0,2-2 0,-1 0 0,2-2 0,28 11 0,-44-19 0,1-1 0,0 0 0,-1 0 0,1-1 0,0 0 0,0 0 0,0 0 0,0-1 0,0-1 0,0 0 0,0 0 0,0 0 0,0-1 0,0 0 0,12-5 0,-13 3 0,-1 1 0,0-1 0,0 0 0,0-1 0,-1 1 0,0-1 0,0-1 0,0 1 0,0 0 0,-1-1 0,0 0 0,0 0 0,0 0 0,-1-1 0,0 1 0,0-1 0,-1 0 0,2-8 0,4-18 0,-2-1 0,-1 0 0,-1-1 0,-2 1 0,-3-39 0,-4 3 0,-22-107 0,2 71 0,-3 1 0,-6 2 0,-4 1 0,-4 2 0,-5 2 0,-101-159 0,145 253 0,-50-69 0,48 68 0,0 0 0,1 0 0,-2 0 0,1 0 0,-1 1 0,1 0 0,-1 0 0,0 1 0,-1-1 0,-6-2 0,11 6 0,0-1 0,0 1 0,0 0 0,0-1 0,1 1 0,-1 0 0,0 0 0,0 0 0,0 1 0,0-1 0,0 0 0,1 1 0,-1-1 0,0 1 0,0 0 0,1-1 0,-1 1 0,-3 2 0,2 0 0,-1 0 0,0 0 0,1 0 0,0 0 0,0 1 0,0-1 0,-4 7 0,0 2 0,0 0 0,1 1 0,1 0 0,-6 18 0,5-6 0,2-1 0,0 1 0,2 0 0,0 0 0,2 0 0,1 0 0,1-1 0,1 1 0,10 41 0,8 9 0,54 127 0,-40-119 0,3-2 0,4-1 0,4-2 0,3-3 0,72 87 0,-94-131 0,43 37 0,-58-57 0,1-1 0,0-1 0,1 0 0,0-1 0,0 0 0,21 7 0,-31-13 0,0-1 0,1 1 0,-1-1 0,0 0 0,1 0 0,-1-1 0,0 1 0,1-1 0,-1 0 0,1 0 0,-1 0 0,1-1 0,-1 1 0,0-1 0,1 0 0,-1-1 0,0 1 0,0-1 0,0 0 0,0 0 0,0 0 0,0 0 0,0-1 0,-1 1 0,1-1 0,-1 0 0,0 0 0,0 0 0,0-1 0,0 1 0,0-1 0,-1 0 0,0 0 0,0 1 0,2-6 0,4-9 0,-1 0 0,-1-1 0,-1 1 0,0-1 0,-2 0 0,3-35 0,-4 18 0,-2 1 0,-1-1 0,-2 1 0,-1-1 0,-1 1 0,-3 0 0,0 1 0,-20-48 0,18 58 0,-1 0 0,-1 1 0,-1 0 0,-2 0 0,0 2 0,-1 0 0,-1 0 0,-1 2 0,0 0 0,-2 1 0,0 1 0,-23-14 0,35 26 0,1 1 0,-1 0 0,0 0 0,0 1 0,-1 0 0,1 0 0,-1 1 0,1 0 0,-1 1 0,0-1 0,0 2 0,1-1 0,-15 2 0,17 0 0,1 0 0,-1 0 0,1 0 0,-1 1 0,1 0 0,0 0 0,0 0 0,0 1 0,0-1 0,0 1 0,1 0 0,-1 1 0,1-1 0,0 1 0,0 0 0,0 0 0,0 0 0,1 0 0,0 1 0,-1 0 0,2-1 0,-5 10 0,3-2 0,0-1 0,1 1 0,0 0 0,1 0 0,1 0 0,0 0 0,0 0 0,1 0 0,1 0 0,0 1 0,3 13 0,3 7 0,2-2 0,22 59 0,-12-42-227,2-1-1,2-1 1,2-1-1,2-1 1,40 49-1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800" b="0" i="0">
                <a:solidFill>
                  <a:srgbClr val="262626"/>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0" i="0">
                <a:solidFill>
                  <a:srgbClr val="262626"/>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0" i="0">
                <a:solidFill>
                  <a:srgbClr val="262626"/>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0" i="0">
                <a:solidFill>
                  <a:srgbClr val="262626"/>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7999"/>
                </a:lnTo>
                <a:lnTo>
                  <a:pt x="12192000" y="6857999"/>
                </a:lnTo>
                <a:lnTo>
                  <a:pt x="12192000" y="0"/>
                </a:lnTo>
                <a:close/>
              </a:path>
            </a:pathLst>
          </a:custGeom>
          <a:solidFill>
            <a:srgbClr val="FAC777"/>
          </a:solidFill>
        </p:spPr>
        <p:txBody>
          <a:bodyPr wrap="square" lIns="0" tIns="0" rIns="0" bIns="0" rtlCol="0"/>
          <a:lstStyle/>
          <a:p>
            <a:endParaRPr/>
          </a:p>
        </p:txBody>
      </p:sp>
      <p:sp>
        <p:nvSpPr>
          <p:cNvPr id="2" name="Holder 2"/>
          <p:cNvSpPr>
            <a:spLocks noGrp="1"/>
          </p:cNvSpPr>
          <p:nvPr>
            <p:ph type="title"/>
          </p:nvPr>
        </p:nvSpPr>
        <p:spPr>
          <a:xfrm>
            <a:off x="1283751" y="0"/>
            <a:ext cx="9624496" cy="2088522"/>
          </a:xfrm>
          <a:prstGeom prst="rect">
            <a:avLst/>
          </a:prstGeom>
        </p:spPr>
        <p:txBody>
          <a:bodyPr wrap="square" lIns="0" tIns="0" rIns="0" bIns="0">
            <a:spAutoFit/>
          </a:bodyPr>
          <a:lstStyle>
            <a:lvl1pPr>
              <a:defRPr sz="3800" b="0" i="0">
                <a:solidFill>
                  <a:srgbClr val="262626"/>
                </a:solidFill>
                <a:latin typeface="Trebuchet MS"/>
                <a:cs typeface="Trebuchet MS"/>
              </a:defRPr>
            </a:lvl1pPr>
          </a:lstStyle>
          <a:p>
            <a:endParaRPr/>
          </a:p>
        </p:txBody>
      </p:sp>
      <p:sp>
        <p:nvSpPr>
          <p:cNvPr id="3" name="Holder 3"/>
          <p:cNvSpPr>
            <a:spLocks noGrp="1"/>
          </p:cNvSpPr>
          <p:nvPr>
            <p:ph type="body" idx="1"/>
          </p:nvPr>
        </p:nvSpPr>
        <p:spPr>
          <a:xfrm>
            <a:off x="819628" y="1736185"/>
            <a:ext cx="10553065" cy="47910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7"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matplotlib.org/stable/contents.html" TargetMode="External"/><Relationship Id="rId3" Type="http://schemas.openxmlformats.org/officeDocument/2006/relationships/hyperlink" Target="https://www.kaggle.com/datasets" TargetMode="External"/><Relationship Id="rId7" Type="http://schemas.openxmlformats.org/officeDocument/2006/relationships/hyperlink" Target="https://www.mongodb.com/docs/" TargetMode="External"/><Relationship Id="rId2" Type="http://schemas.openxmlformats.org/officeDocument/2006/relationships/hyperlink" Target="https://archive.ics.uci.edu/ml/datasets/Online+Retail" TargetMode="External"/><Relationship Id="rId1" Type="http://schemas.openxmlformats.org/officeDocument/2006/relationships/slideLayout" Target="../slideLayouts/slideLayout2.xml"/><Relationship Id="rId6" Type="http://schemas.openxmlformats.org/officeDocument/2006/relationships/hyperlink" Target="https://hadoop.apache.org/docs/" TargetMode="External"/><Relationship Id="rId5" Type="http://schemas.openxmlformats.org/officeDocument/2006/relationships/hyperlink" Target="https://spark.apache.org/docs/latest/" TargetMode="External"/><Relationship Id="rId4" Type="http://schemas.openxmlformats.org/officeDocument/2006/relationships/hyperlink" Target="https://kafka.apache.org/documentation/"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78329" y="0"/>
            <a:ext cx="9039860" cy="2264787"/>
          </a:xfrm>
          <a:prstGeom prst="rect">
            <a:avLst/>
          </a:prstGeom>
          <a:solidFill>
            <a:srgbClr val="FFFFFF"/>
          </a:solidFill>
          <a:ln w="38100">
            <a:solidFill>
              <a:srgbClr val="404040"/>
            </a:solidFill>
          </a:ln>
        </p:spPr>
        <p:txBody>
          <a:bodyPr vert="horz" wrap="square" lIns="0" tIns="13970" rIns="0" bIns="0" rtlCol="0">
            <a:spAutoFit/>
          </a:bodyPr>
          <a:lstStyle/>
          <a:p>
            <a:pPr marL="506095" marR="520700" algn="ctr">
              <a:lnSpc>
                <a:spcPts val="4390"/>
              </a:lnSpc>
              <a:spcBef>
                <a:spcPts val="110"/>
              </a:spcBef>
            </a:pPr>
            <a:r>
              <a:rPr lang="en-US" sz="4000" spc="175" dirty="0">
                <a:solidFill>
                  <a:srgbClr val="FF0000"/>
                </a:solidFill>
                <a:latin typeface="Trebuchet MS"/>
                <a:cs typeface="Trebuchet MS"/>
              </a:rPr>
              <a:t>Smart Customer Purchase Analytics and </a:t>
            </a:r>
            <a:r>
              <a:rPr lang="en-IN" sz="4000" spc="175" dirty="0">
                <a:solidFill>
                  <a:srgbClr val="FF0000"/>
                </a:solidFill>
                <a:latin typeface="Trebuchet MS"/>
                <a:cs typeface="Trebuchet MS"/>
              </a:rPr>
              <a:t>Recommendation System</a:t>
            </a:r>
            <a:endParaRPr lang="en-US" sz="4000" spc="175" dirty="0">
              <a:solidFill>
                <a:srgbClr val="FF0000"/>
              </a:solidFill>
              <a:latin typeface="Trebuchet MS"/>
              <a:cs typeface="Trebuchet MS"/>
            </a:endParaRPr>
          </a:p>
          <a:p>
            <a:pPr marL="506095" marR="520700" algn="ctr">
              <a:lnSpc>
                <a:spcPts val="4390"/>
              </a:lnSpc>
              <a:spcBef>
                <a:spcPts val="110"/>
              </a:spcBef>
            </a:pPr>
            <a:r>
              <a:rPr sz="3600" b="1" spc="-35" dirty="0">
                <a:solidFill>
                  <a:srgbClr val="262626"/>
                </a:solidFill>
                <a:latin typeface="Calibri"/>
                <a:cs typeface="Calibri"/>
              </a:rPr>
              <a:t>TEAM</a:t>
            </a:r>
            <a:r>
              <a:rPr sz="3600" b="1" spc="-120" dirty="0">
                <a:solidFill>
                  <a:srgbClr val="262626"/>
                </a:solidFill>
                <a:latin typeface="Calibri"/>
                <a:cs typeface="Calibri"/>
              </a:rPr>
              <a:t> </a:t>
            </a:r>
            <a:r>
              <a:rPr sz="3600" b="1" spc="114" dirty="0">
                <a:solidFill>
                  <a:srgbClr val="262626"/>
                </a:solidFill>
                <a:latin typeface="Calibri"/>
                <a:cs typeface="Calibri"/>
              </a:rPr>
              <a:t>NO- </a:t>
            </a:r>
            <a:r>
              <a:rPr sz="3600" b="1" spc="-25" dirty="0">
                <a:solidFill>
                  <a:srgbClr val="262626"/>
                </a:solidFill>
                <a:latin typeface="Calibri"/>
                <a:cs typeface="Calibri"/>
              </a:rPr>
              <a:t>1</a:t>
            </a:r>
            <a:r>
              <a:rPr lang="en-IN" sz="3600" b="1" spc="-25" dirty="0">
                <a:solidFill>
                  <a:srgbClr val="262626"/>
                </a:solidFill>
                <a:latin typeface="Calibri"/>
                <a:cs typeface="Calibri"/>
              </a:rPr>
              <a:t>2</a:t>
            </a:r>
            <a:endParaRPr sz="3600" dirty="0">
              <a:latin typeface="Calibri"/>
              <a:cs typeface="Calibri"/>
            </a:endParaRPr>
          </a:p>
        </p:txBody>
      </p:sp>
      <p:sp>
        <p:nvSpPr>
          <p:cNvPr id="3" name="object 3"/>
          <p:cNvSpPr txBox="1"/>
          <p:nvPr/>
        </p:nvSpPr>
        <p:spPr>
          <a:xfrm>
            <a:off x="3843880" y="2869692"/>
            <a:ext cx="4076700" cy="2026837"/>
          </a:xfrm>
          <a:prstGeom prst="rect">
            <a:avLst/>
          </a:prstGeom>
        </p:spPr>
        <p:txBody>
          <a:bodyPr vert="horz" wrap="square" lIns="0" tIns="140335" rIns="0" bIns="0" rtlCol="0">
            <a:spAutoFit/>
          </a:bodyPr>
          <a:lstStyle/>
          <a:p>
            <a:pPr algn="ctr">
              <a:lnSpc>
                <a:spcPct val="100000"/>
              </a:lnSpc>
              <a:spcBef>
                <a:spcPts val="1105"/>
              </a:spcBef>
            </a:pPr>
            <a:r>
              <a:rPr sz="2000" b="1" u="sng" spc="150" dirty="0">
                <a:solidFill>
                  <a:srgbClr val="0D0D0D"/>
                </a:solidFill>
                <a:uFill>
                  <a:solidFill>
                    <a:srgbClr val="0D0D0D"/>
                  </a:solidFill>
                </a:uFill>
                <a:latin typeface="Trebuchet MS"/>
                <a:cs typeface="Trebuchet MS"/>
              </a:rPr>
              <a:t>MENTOR:</a:t>
            </a:r>
            <a:r>
              <a:rPr sz="2000" b="1" spc="-85" dirty="0">
                <a:solidFill>
                  <a:srgbClr val="0D0D0D"/>
                </a:solidFill>
                <a:latin typeface="Trebuchet MS"/>
                <a:cs typeface="Trebuchet MS"/>
              </a:rPr>
              <a:t> </a:t>
            </a:r>
            <a:r>
              <a:rPr sz="2000" spc="140" dirty="0">
                <a:solidFill>
                  <a:srgbClr val="0D0D0D"/>
                </a:solidFill>
                <a:latin typeface="Trebuchet MS"/>
                <a:cs typeface="Trebuchet MS"/>
              </a:rPr>
              <a:t>Dr</a:t>
            </a:r>
            <a:r>
              <a:rPr sz="2000" spc="-75" dirty="0">
                <a:solidFill>
                  <a:srgbClr val="0D0D0D"/>
                </a:solidFill>
                <a:latin typeface="Trebuchet MS"/>
                <a:cs typeface="Trebuchet MS"/>
              </a:rPr>
              <a:t> </a:t>
            </a:r>
            <a:r>
              <a:rPr sz="2000" spc="-20" dirty="0">
                <a:solidFill>
                  <a:srgbClr val="0D0D0D"/>
                </a:solidFill>
                <a:latin typeface="Trebuchet MS"/>
                <a:cs typeface="Trebuchet MS"/>
              </a:rPr>
              <a:t>N.</a:t>
            </a:r>
            <a:r>
              <a:rPr sz="2000" spc="-254" dirty="0">
                <a:solidFill>
                  <a:srgbClr val="0D0D0D"/>
                </a:solidFill>
                <a:latin typeface="Trebuchet MS"/>
                <a:cs typeface="Trebuchet MS"/>
              </a:rPr>
              <a:t> </a:t>
            </a:r>
            <a:r>
              <a:rPr sz="2000" spc="-110" dirty="0">
                <a:solidFill>
                  <a:srgbClr val="0D0D0D"/>
                </a:solidFill>
                <a:latin typeface="Trebuchet MS"/>
                <a:cs typeface="Trebuchet MS"/>
              </a:rPr>
              <a:t>Shirisha,</a:t>
            </a:r>
            <a:r>
              <a:rPr sz="2000" spc="75" dirty="0">
                <a:solidFill>
                  <a:srgbClr val="0D0D0D"/>
                </a:solidFill>
                <a:latin typeface="Trebuchet MS"/>
                <a:cs typeface="Trebuchet MS"/>
              </a:rPr>
              <a:t> </a:t>
            </a:r>
            <a:r>
              <a:rPr sz="2000" spc="-60" dirty="0">
                <a:solidFill>
                  <a:srgbClr val="0D0D0D"/>
                </a:solidFill>
                <a:latin typeface="Trebuchet MS"/>
                <a:cs typeface="Trebuchet MS"/>
              </a:rPr>
              <a:t>Assoc.Prof.</a:t>
            </a:r>
            <a:endParaRPr sz="2000" dirty="0">
              <a:latin typeface="Trebuchet MS"/>
              <a:cs typeface="Trebuchet MS"/>
            </a:endParaRPr>
          </a:p>
          <a:p>
            <a:pPr marL="635" algn="ctr">
              <a:lnSpc>
                <a:spcPct val="100000"/>
              </a:lnSpc>
              <a:spcBef>
                <a:spcPts val="1010"/>
              </a:spcBef>
            </a:pPr>
            <a:r>
              <a:rPr sz="2000" b="1" u="sng" spc="220" dirty="0">
                <a:solidFill>
                  <a:srgbClr val="0D0D0D"/>
                </a:solidFill>
                <a:uFill>
                  <a:solidFill>
                    <a:srgbClr val="0D0D0D"/>
                  </a:solidFill>
                </a:uFill>
                <a:latin typeface="Trebuchet MS"/>
                <a:cs typeface="Trebuchet MS"/>
              </a:rPr>
              <a:t>TEAM</a:t>
            </a:r>
            <a:r>
              <a:rPr sz="2000" b="1" u="sng" spc="-40" dirty="0">
                <a:solidFill>
                  <a:srgbClr val="0D0D0D"/>
                </a:solidFill>
                <a:uFill>
                  <a:solidFill>
                    <a:srgbClr val="0D0D0D"/>
                  </a:solidFill>
                </a:uFill>
                <a:latin typeface="Trebuchet MS"/>
                <a:cs typeface="Trebuchet MS"/>
              </a:rPr>
              <a:t> </a:t>
            </a:r>
            <a:r>
              <a:rPr sz="2000" b="1" u="sng" spc="125" dirty="0">
                <a:solidFill>
                  <a:srgbClr val="0D0D0D"/>
                </a:solidFill>
                <a:uFill>
                  <a:solidFill>
                    <a:srgbClr val="0D0D0D"/>
                  </a:solidFill>
                </a:uFill>
                <a:latin typeface="Trebuchet MS"/>
                <a:cs typeface="Trebuchet MS"/>
              </a:rPr>
              <a:t>MEMBERS:</a:t>
            </a:r>
            <a:endParaRPr lang="en-IN" sz="2000" b="1" u="sng" dirty="0">
              <a:uFill>
                <a:solidFill>
                  <a:srgbClr val="0D0D0D"/>
                </a:solidFill>
              </a:uFill>
              <a:latin typeface="Trebuchet MS"/>
              <a:cs typeface="Trebuchet MS"/>
            </a:endParaRPr>
          </a:p>
          <a:p>
            <a:pPr marL="635" algn="ctr">
              <a:lnSpc>
                <a:spcPct val="100000"/>
              </a:lnSpc>
              <a:spcBef>
                <a:spcPts val="1010"/>
              </a:spcBef>
            </a:pPr>
            <a:r>
              <a:rPr sz="2000" spc="-50" dirty="0">
                <a:solidFill>
                  <a:srgbClr val="0D0D0D"/>
                </a:solidFill>
                <a:latin typeface="Trebuchet MS"/>
                <a:cs typeface="Trebuchet MS"/>
              </a:rPr>
              <a:t>2320030</a:t>
            </a:r>
            <a:r>
              <a:rPr lang="en-IN" sz="2000" spc="-50" dirty="0">
                <a:solidFill>
                  <a:srgbClr val="0D0D0D"/>
                </a:solidFill>
                <a:latin typeface="Trebuchet MS"/>
                <a:cs typeface="Trebuchet MS"/>
              </a:rPr>
              <a:t>284</a:t>
            </a:r>
            <a:r>
              <a:rPr sz="2000" spc="-65" dirty="0">
                <a:solidFill>
                  <a:srgbClr val="0D0D0D"/>
                </a:solidFill>
                <a:latin typeface="Trebuchet MS"/>
                <a:cs typeface="Trebuchet MS"/>
              </a:rPr>
              <a:t> </a:t>
            </a:r>
            <a:r>
              <a:rPr sz="2000" spc="254" dirty="0">
                <a:solidFill>
                  <a:srgbClr val="0D0D0D"/>
                </a:solidFill>
                <a:latin typeface="Trebuchet MS"/>
                <a:cs typeface="Trebuchet MS"/>
              </a:rPr>
              <a:t>–</a:t>
            </a:r>
            <a:r>
              <a:rPr sz="2000" spc="-60" dirty="0">
                <a:solidFill>
                  <a:srgbClr val="0D0D0D"/>
                </a:solidFill>
                <a:latin typeface="Trebuchet MS"/>
                <a:cs typeface="Trebuchet MS"/>
              </a:rPr>
              <a:t> </a:t>
            </a:r>
            <a:r>
              <a:rPr lang="en-IN" sz="2000" spc="-110" dirty="0">
                <a:solidFill>
                  <a:srgbClr val="0D0D0D"/>
                </a:solidFill>
                <a:latin typeface="Trebuchet MS"/>
                <a:cs typeface="Trebuchet MS"/>
              </a:rPr>
              <a:t>N.V Sumanth Reddy</a:t>
            </a:r>
            <a:r>
              <a:rPr sz="2000" spc="-190" dirty="0">
                <a:solidFill>
                  <a:srgbClr val="0D0D0D"/>
                </a:solidFill>
                <a:latin typeface="Trebuchet MS"/>
                <a:cs typeface="Trebuchet MS"/>
              </a:rPr>
              <a:t> </a:t>
            </a:r>
            <a:r>
              <a:rPr sz="2000" spc="-50" dirty="0">
                <a:solidFill>
                  <a:srgbClr val="0D0D0D"/>
                </a:solidFill>
                <a:latin typeface="Trebuchet MS"/>
                <a:cs typeface="Trebuchet MS"/>
              </a:rPr>
              <a:t>2320030</a:t>
            </a:r>
            <a:r>
              <a:rPr lang="en-IN" sz="2000" spc="-50" dirty="0">
                <a:solidFill>
                  <a:srgbClr val="0D0D0D"/>
                </a:solidFill>
                <a:latin typeface="Trebuchet MS"/>
                <a:cs typeface="Trebuchet MS"/>
              </a:rPr>
              <a:t>020</a:t>
            </a:r>
            <a:r>
              <a:rPr sz="2000" spc="-70" dirty="0">
                <a:solidFill>
                  <a:srgbClr val="0D0D0D"/>
                </a:solidFill>
                <a:latin typeface="Trebuchet MS"/>
                <a:cs typeface="Trebuchet MS"/>
              </a:rPr>
              <a:t> </a:t>
            </a:r>
            <a:r>
              <a:rPr sz="2000" spc="254" dirty="0">
                <a:solidFill>
                  <a:srgbClr val="0D0D0D"/>
                </a:solidFill>
                <a:latin typeface="Trebuchet MS"/>
                <a:cs typeface="Trebuchet MS"/>
              </a:rPr>
              <a:t>–</a:t>
            </a:r>
            <a:r>
              <a:rPr sz="2000" spc="-65" dirty="0">
                <a:solidFill>
                  <a:srgbClr val="0D0D0D"/>
                </a:solidFill>
                <a:latin typeface="Trebuchet MS"/>
                <a:cs typeface="Trebuchet MS"/>
              </a:rPr>
              <a:t> </a:t>
            </a:r>
            <a:r>
              <a:rPr sz="2000" spc="-10" dirty="0">
                <a:solidFill>
                  <a:srgbClr val="0D0D0D"/>
                </a:solidFill>
                <a:latin typeface="Trebuchet MS"/>
                <a:cs typeface="Trebuchet MS"/>
              </a:rPr>
              <a:t>M</a:t>
            </a:r>
            <a:r>
              <a:rPr lang="en-IN" sz="2000" spc="-10" dirty="0" err="1">
                <a:solidFill>
                  <a:srgbClr val="0D0D0D"/>
                </a:solidFill>
                <a:latin typeface="Trebuchet MS"/>
                <a:cs typeface="Trebuchet MS"/>
              </a:rPr>
              <a:t>anikanta</a:t>
            </a:r>
            <a:endParaRPr sz="2000" dirty="0">
              <a:latin typeface="Trebuchet MS"/>
              <a:cs typeface="Trebuchet MS"/>
            </a:endParaRPr>
          </a:p>
          <a:p>
            <a:pPr algn="ctr">
              <a:lnSpc>
                <a:spcPct val="100000"/>
              </a:lnSpc>
              <a:spcBef>
                <a:spcPts val="725"/>
              </a:spcBef>
            </a:pPr>
            <a:r>
              <a:rPr sz="2000" spc="-50" dirty="0">
                <a:solidFill>
                  <a:srgbClr val="0D0D0D"/>
                </a:solidFill>
                <a:latin typeface="Trebuchet MS"/>
                <a:cs typeface="Trebuchet MS"/>
              </a:rPr>
              <a:t>2320030</a:t>
            </a:r>
            <a:r>
              <a:rPr lang="en-IN" sz="2000" spc="-50" dirty="0">
                <a:solidFill>
                  <a:srgbClr val="0D0D0D"/>
                </a:solidFill>
                <a:latin typeface="Trebuchet MS"/>
                <a:cs typeface="Trebuchet MS"/>
              </a:rPr>
              <a:t>002</a:t>
            </a:r>
            <a:r>
              <a:rPr sz="2000" spc="-70" dirty="0">
                <a:solidFill>
                  <a:srgbClr val="0D0D0D"/>
                </a:solidFill>
                <a:latin typeface="Trebuchet MS"/>
                <a:cs typeface="Trebuchet MS"/>
              </a:rPr>
              <a:t> </a:t>
            </a:r>
            <a:r>
              <a:rPr sz="2000" spc="254" dirty="0">
                <a:solidFill>
                  <a:srgbClr val="0D0D0D"/>
                </a:solidFill>
                <a:latin typeface="Trebuchet MS"/>
                <a:cs typeface="Trebuchet MS"/>
              </a:rPr>
              <a:t>–</a:t>
            </a:r>
            <a:r>
              <a:rPr sz="2000" spc="-65" dirty="0">
                <a:solidFill>
                  <a:srgbClr val="0D0D0D"/>
                </a:solidFill>
                <a:latin typeface="Trebuchet MS"/>
                <a:cs typeface="Trebuchet MS"/>
              </a:rPr>
              <a:t> </a:t>
            </a:r>
            <a:r>
              <a:rPr lang="en-IN" sz="2000" spc="-10" dirty="0" err="1">
                <a:solidFill>
                  <a:srgbClr val="0D0D0D"/>
                </a:solidFill>
                <a:latin typeface="Trebuchet MS"/>
                <a:cs typeface="Trebuchet MS"/>
              </a:rPr>
              <a:t>s.Rahul</a:t>
            </a:r>
            <a:endParaRPr sz="2000" dirty="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33805" y="457200"/>
            <a:ext cx="9724390" cy="912494"/>
          </a:xfrm>
          <a:prstGeom prst="rect">
            <a:avLst/>
          </a:prstGeom>
          <a:solidFill>
            <a:srgbClr val="FFFFFF"/>
          </a:solidFill>
          <a:ln w="38100">
            <a:solidFill>
              <a:srgbClr val="404040"/>
            </a:solidFill>
          </a:ln>
        </p:spPr>
        <p:txBody>
          <a:bodyPr vert="horz" wrap="square" lIns="0" tIns="118110" rIns="0" bIns="0" rtlCol="0">
            <a:spAutoFit/>
          </a:bodyPr>
          <a:lstStyle/>
          <a:p>
            <a:pPr marR="17780" algn="ctr">
              <a:lnSpc>
                <a:spcPct val="100000"/>
              </a:lnSpc>
              <a:spcBef>
                <a:spcPts val="930"/>
              </a:spcBef>
            </a:pPr>
            <a:r>
              <a:rPr spc="100" dirty="0"/>
              <a:t>TABLE</a:t>
            </a:r>
            <a:r>
              <a:rPr spc="320" dirty="0"/>
              <a:t> </a:t>
            </a:r>
            <a:r>
              <a:rPr spc="265" dirty="0"/>
              <a:t>OF</a:t>
            </a:r>
            <a:r>
              <a:rPr spc="320" dirty="0"/>
              <a:t> </a:t>
            </a:r>
            <a:r>
              <a:rPr spc="405" dirty="0"/>
              <a:t>CONTENTS</a:t>
            </a:r>
          </a:p>
        </p:txBody>
      </p:sp>
      <p:sp>
        <p:nvSpPr>
          <p:cNvPr id="3" name="object 3"/>
          <p:cNvSpPr txBox="1"/>
          <p:nvPr/>
        </p:nvSpPr>
        <p:spPr>
          <a:xfrm>
            <a:off x="1312688" y="2156967"/>
            <a:ext cx="6688312" cy="3924792"/>
          </a:xfrm>
          <a:prstGeom prst="rect">
            <a:avLst/>
          </a:prstGeom>
        </p:spPr>
        <p:txBody>
          <a:bodyPr vert="horz" wrap="square" lIns="0" tIns="107315" rIns="0" bIns="0" rtlCol="0">
            <a:spAutoFit/>
          </a:bodyPr>
          <a:lstStyle/>
          <a:p>
            <a:pPr marL="469265" indent="-456565">
              <a:lnSpc>
                <a:spcPct val="100000"/>
              </a:lnSpc>
              <a:spcBef>
                <a:spcPts val="845"/>
              </a:spcBef>
              <a:buAutoNum type="arabicPeriod"/>
              <a:tabLst>
                <a:tab pos="469265" algn="l"/>
              </a:tabLst>
            </a:pPr>
            <a:r>
              <a:rPr lang="en-IN" sz="1600" b="1" dirty="0"/>
              <a:t>Review2 comments</a:t>
            </a:r>
            <a:br>
              <a:rPr lang="en-IN" sz="1600" b="1" dirty="0"/>
            </a:br>
            <a:endParaRPr lang="en-IN" sz="1600" b="1" dirty="0"/>
          </a:p>
          <a:p>
            <a:pPr marL="469265" indent="-456565">
              <a:lnSpc>
                <a:spcPct val="100000"/>
              </a:lnSpc>
              <a:spcBef>
                <a:spcPts val="845"/>
              </a:spcBef>
              <a:buAutoNum type="arabicPeriod"/>
              <a:tabLst>
                <a:tab pos="469265" algn="l"/>
              </a:tabLst>
            </a:pPr>
            <a:r>
              <a:rPr lang="en-IN" sz="1600" b="1" dirty="0"/>
              <a:t>module-wise implementation</a:t>
            </a:r>
            <a:br>
              <a:rPr lang="en-IN" sz="1600" b="1" dirty="0"/>
            </a:br>
            <a:endParaRPr lang="en-IN" sz="1600" b="1" dirty="0"/>
          </a:p>
          <a:p>
            <a:pPr marL="469265" indent="-456565">
              <a:lnSpc>
                <a:spcPct val="100000"/>
              </a:lnSpc>
              <a:spcBef>
                <a:spcPts val="845"/>
              </a:spcBef>
              <a:buAutoNum type="arabicPeriod"/>
              <a:tabLst>
                <a:tab pos="469265" algn="l"/>
              </a:tabLst>
            </a:pPr>
            <a:r>
              <a:rPr lang="en-IN" sz="1600" b="1" dirty="0"/>
              <a:t>Comparison and discussion(Graphical representation)</a:t>
            </a:r>
            <a:br>
              <a:rPr lang="en-IN" sz="1600" b="1" dirty="0"/>
            </a:br>
            <a:endParaRPr lang="en-IN" sz="1600" b="1" dirty="0"/>
          </a:p>
          <a:p>
            <a:pPr marL="469265" indent="-456565">
              <a:lnSpc>
                <a:spcPct val="100000"/>
              </a:lnSpc>
              <a:spcBef>
                <a:spcPts val="845"/>
              </a:spcBef>
              <a:buAutoNum type="arabicPeriod"/>
              <a:tabLst>
                <a:tab pos="469265" algn="l"/>
              </a:tabLst>
            </a:pPr>
            <a:r>
              <a:rPr lang="en-IN" sz="1600" b="1" dirty="0"/>
              <a:t>Results</a:t>
            </a:r>
            <a:br>
              <a:rPr lang="en-IN" sz="1600" b="1" dirty="0"/>
            </a:br>
            <a:endParaRPr lang="en-IN" sz="1600" b="1" dirty="0"/>
          </a:p>
          <a:p>
            <a:pPr marL="469265" indent="-456565">
              <a:lnSpc>
                <a:spcPct val="100000"/>
              </a:lnSpc>
              <a:spcBef>
                <a:spcPts val="845"/>
              </a:spcBef>
              <a:buAutoNum type="arabicPeriod"/>
              <a:tabLst>
                <a:tab pos="469265" algn="l"/>
              </a:tabLst>
            </a:pPr>
            <a:r>
              <a:rPr lang="en-IN" sz="1600" b="1" dirty="0"/>
              <a:t>conclusion</a:t>
            </a:r>
            <a:br>
              <a:rPr lang="en-IN" sz="1600" b="1" dirty="0"/>
            </a:br>
            <a:endParaRPr lang="en-IN" sz="1600" b="1" dirty="0"/>
          </a:p>
          <a:p>
            <a:pPr marL="469265" indent="-456565">
              <a:lnSpc>
                <a:spcPct val="100000"/>
              </a:lnSpc>
              <a:spcBef>
                <a:spcPts val="845"/>
              </a:spcBef>
              <a:buAutoNum type="arabicPeriod"/>
              <a:tabLst>
                <a:tab pos="469265" algn="l"/>
              </a:tabLst>
            </a:pPr>
            <a:r>
              <a:rPr lang="en-IN" sz="1600" b="1" dirty="0"/>
              <a:t>Future Direction</a:t>
            </a:r>
            <a:br>
              <a:rPr lang="en-IN" sz="1600" b="1" dirty="0"/>
            </a:br>
            <a:endParaRPr lang="en-IN" sz="1600" b="1" dirty="0"/>
          </a:p>
          <a:p>
            <a:pPr marL="469265" indent="-456565">
              <a:lnSpc>
                <a:spcPct val="100000"/>
              </a:lnSpc>
              <a:spcBef>
                <a:spcPts val="845"/>
              </a:spcBef>
              <a:buAutoNum type="arabicPeriod"/>
              <a:tabLst>
                <a:tab pos="469265" algn="l"/>
              </a:tabLst>
            </a:pPr>
            <a:r>
              <a:rPr lang="en-IN" sz="1600" b="1" dirty="0"/>
              <a:t>References</a:t>
            </a:r>
            <a:endParaRPr sz="1600" b="1"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457200"/>
            <a:ext cx="8991600" cy="1645920"/>
          </a:xfrm>
          <a:prstGeom prst="rect">
            <a:avLst/>
          </a:prstGeom>
          <a:solidFill>
            <a:srgbClr val="FFFFFF"/>
          </a:solidFill>
          <a:ln w="38100">
            <a:solidFill>
              <a:srgbClr val="404040"/>
            </a:solidFill>
          </a:ln>
        </p:spPr>
        <p:txBody>
          <a:bodyPr vert="horz" wrap="square" lIns="0" tIns="73025" rIns="0" bIns="0" rtlCol="0">
            <a:spAutoFit/>
          </a:bodyPr>
          <a:lstStyle/>
          <a:p>
            <a:pPr>
              <a:lnSpc>
                <a:spcPct val="100000"/>
              </a:lnSpc>
              <a:spcBef>
                <a:spcPts val="575"/>
              </a:spcBef>
            </a:pPr>
            <a:endParaRPr sz="3200" dirty="0">
              <a:latin typeface="Times New Roman"/>
              <a:cs typeface="Times New Roman"/>
            </a:endParaRPr>
          </a:p>
          <a:p>
            <a:pPr marL="796925">
              <a:lnSpc>
                <a:spcPct val="100000"/>
              </a:lnSpc>
              <a:spcBef>
                <a:spcPts val="5"/>
              </a:spcBef>
            </a:pPr>
            <a:r>
              <a:rPr sz="3200" spc="220" dirty="0"/>
              <a:t>REVIEW</a:t>
            </a:r>
            <a:r>
              <a:rPr sz="3200" spc="315" dirty="0"/>
              <a:t> </a:t>
            </a:r>
            <a:r>
              <a:rPr sz="3200" spc="420" dirty="0"/>
              <a:t>–</a:t>
            </a:r>
            <a:r>
              <a:rPr sz="3200" spc="305" dirty="0"/>
              <a:t> </a:t>
            </a:r>
            <a:r>
              <a:rPr sz="3200" dirty="0"/>
              <a:t>2</a:t>
            </a:r>
            <a:r>
              <a:rPr sz="3200" spc="310" dirty="0"/>
              <a:t> </a:t>
            </a:r>
            <a:r>
              <a:rPr sz="3200" spc="365" dirty="0"/>
              <a:t>COMMENTS</a:t>
            </a:r>
            <a:r>
              <a:rPr sz="3200" spc="-15" dirty="0"/>
              <a:t> </a:t>
            </a:r>
            <a:r>
              <a:rPr sz="3200" spc="320" dirty="0"/>
              <a:t>ADDRESSED</a:t>
            </a:r>
            <a:endParaRPr sz="3200" dirty="0"/>
          </a:p>
        </p:txBody>
      </p:sp>
      <p:sp>
        <p:nvSpPr>
          <p:cNvPr id="3" name="object 3"/>
          <p:cNvSpPr txBox="1"/>
          <p:nvPr/>
        </p:nvSpPr>
        <p:spPr>
          <a:xfrm>
            <a:off x="3138101" y="3167380"/>
            <a:ext cx="5904865" cy="1141095"/>
          </a:xfrm>
          <a:prstGeom prst="rect">
            <a:avLst/>
          </a:prstGeom>
        </p:spPr>
        <p:txBody>
          <a:bodyPr vert="horz" wrap="square" lIns="0" tIns="143510" rIns="0" bIns="0" rtlCol="0">
            <a:spAutoFit/>
          </a:bodyPr>
          <a:lstStyle/>
          <a:p>
            <a:pPr marL="266700" indent="-266700">
              <a:lnSpc>
                <a:spcPct val="100000"/>
              </a:lnSpc>
              <a:spcBef>
                <a:spcPts val="1130"/>
              </a:spcBef>
              <a:buSzPct val="80357"/>
              <a:buAutoNum type="arabicPeriod"/>
              <a:tabLst>
                <a:tab pos="266700" algn="l"/>
              </a:tabLst>
            </a:pPr>
            <a:r>
              <a:rPr sz="2800" spc="-80" dirty="0">
                <a:solidFill>
                  <a:srgbClr val="0D0D0D"/>
                </a:solidFill>
                <a:latin typeface="Trebuchet MS"/>
                <a:cs typeface="Trebuchet MS"/>
              </a:rPr>
              <a:t>Modules</a:t>
            </a:r>
            <a:r>
              <a:rPr sz="2800" spc="-100" dirty="0">
                <a:solidFill>
                  <a:srgbClr val="0D0D0D"/>
                </a:solidFill>
                <a:latin typeface="Trebuchet MS"/>
                <a:cs typeface="Trebuchet MS"/>
              </a:rPr>
              <a:t> </a:t>
            </a:r>
            <a:r>
              <a:rPr sz="2800" spc="-160" dirty="0">
                <a:solidFill>
                  <a:srgbClr val="0D0D0D"/>
                </a:solidFill>
                <a:latin typeface="Trebuchet MS"/>
                <a:cs typeface="Trebuchet MS"/>
              </a:rPr>
              <a:t>of</a:t>
            </a:r>
            <a:r>
              <a:rPr sz="2800" spc="-70" dirty="0">
                <a:solidFill>
                  <a:srgbClr val="0D0D0D"/>
                </a:solidFill>
                <a:latin typeface="Trebuchet MS"/>
                <a:cs typeface="Trebuchet MS"/>
              </a:rPr>
              <a:t> </a:t>
            </a:r>
            <a:r>
              <a:rPr sz="2800" spc="-180" dirty="0">
                <a:solidFill>
                  <a:srgbClr val="0D0D0D"/>
                </a:solidFill>
                <a:latin typeface="Trebuchet MS"/>
                <a:cs typeface="Trebuchet MS"/>
              </a:rPr>
              <a:t>the</a:t>
            </a:r>
            <a:r>
              <a:rPr sz="2800" spc="-75" dirty="0">
                <a:solidFill>
                  <a:srgbClr val="0D0D0D"/>
                </a:solidFill>
                <a:latin typeface="Trebuchet MS"/>
                <a:cs typeface="Trebuchet MS"/>
              </a:rPr>
              <a:t> </a:t>
            </a:r>
            <a:r>
              <a:rPr sz="2800" spc="-175" dirty="0">
                <a:solidFill>
                  <a:srgbClr val="0D0D0D"/>
                </a:solidFill>
                <a:latin typeface="Trebuchet MS"/>
                <a:cs typeface="Trebuchet MS"/>
              </a:rPr>
              <a:t>project</a:t>
            </a:r>
            <a:r>
              <a:rPr sz="2800" spc="-65" dirty="0">
                <a:solidFill>
                  <a:srgbClr val="0D0D0D"/>
                </a:solidFill>
                <a:latin typeface="Trebuchet MS"/>
                <a:cs typeface="Trebuchet MS"/>
              </a:rPr>
              <a:t> </a:t>
            </a:r>
            <a:r>
              <a:rPr sz="2800" spc="-180" dirty="0">
                <a:solidFill>
                  <a:srgbClr val="0D0D0D"/>
                </a:solidFill>
                <a:latin typeface="Trebuchet MS"/>
                <a:cs typeface="Trebuchet MS"/>
              </a:rPr>
              <a:t>need</a:t>
            </a:r>
            <a:r>
              <a:rPr sz="2800" spc="-75" dirty="0">
                <a:solidFill>
                  <a:srgbClr val="0D0D0D"/>
                </a:solidFill>
                <a:latin typeface="Trebuchet MS"/>
                <a:cs typeface="Trebuchet MS"/>
              </a:rPr>
              <a:t> </a:t>
            </a:r>
            <a:r>
              <a:rPr sz="2800" spc="-10" dirty="0">
                <a:solidFill>
                  <a:srgbClr val="0D0D0D"/>
                </a:solidFill>
                <a:latin typeface="Trebuchet MS"/>
                <a:cs typeface="Trebuchet MS"/>
              </a:rPr>
              <a:t>to</a:t>
            </a:r>
            <a:r>
              <a:rPr sz="2800" spc="-70" dirty="0">
                <a:solidFill>
                  <a:srgbClr val="0D0D0D"/>
                </a:solidFill>
                <a:latin typeface="Trebuchet MS"/>
                <a:cs typeface="Trebuchet MS"/>
              </a:rPr>
              <a:t> </a:t>
            </a:r>
            <a:r>
              <a:rPr sz="2800" spc="-135" dirty="0">
                <a:solidFill>
                  <a:srgbClr val="0D0D0D"/>
                </a:solidFill>
                <a:latin typeface="Trebuchet MS"/>
                <a:cs typeface="Trebuchet MS"/>
              </a:rPr>
              <a:t>analyse</a:t>
            </a:r>
            <a:endParaRPr sz="2800">
              <a:latin typeface="Trebuchet MS"/>
              <a:cs typeface="Trebuchet MS"/>
            </a:endParaRPr>
          </a:p>
          <a:p>
            <a:pPr marL="1089025" indent="-266700">
              <a:lnSpc>
                <a:spcPct val="100000"/>
              </a:lnSpc>
              <a:spcBef>
                <a:spcPts val="1030"/>
              </a:spcBef>
              <a:buSzPct val="80357"/>
              <a:buAutoNum type="arabicPeriod"/>
              <a:tabLst>
                <a:tab pos="1089025" algn="l"/>
              </a:tabLst>
            </a:pPr>
            <a:r>
              <a:rPr sz="2800" spc="-114" dirty="0">
                <a:solidFill>
                  <a:srgbClr val="0D0D0D"/>
                </a:solidFill>
                <a:latin typeface="Trebuchet MS"/>
                <a:cs typeface="Trebuchet MS"/>
              </a:rPr>
              <a:t>Tools</a:t>
            </a:r>
            <a:r>
              <a:rPr sz="2800" spc="-30" dirty="0">
                <a:solidFill>
                  <a:srgbClr val="0D0D0D"/>
                </a:solidFill>
                <a:latin typeface="Trebuchet MS"/>
                <a:cs typeface="Trebuchet MS"/>
              </a:rPr>
              <a:t> </a:t>
            </a:r>
            <a:r>
              <a:rPr sz="2800" spc="-190" dirty="0">
                <a:solidFill>
                  <a:srgbClr val="0D0D0D"/>
                </a:solidFill>
                <a:latin typeface="Trebuchet MS"/>
                <a:cs typeface="Trebuchet MS"/>
              </a:rPr>
              <a:t>/Requirements</a:t>
            </a:r>
            <a:r>
              <a:rPr sz="2800" spc="-25" dirty="0">
                <a:solidFill>
                  <a:srgbClr val="0D0D0D"/>
                </a:solidFill>
                <a:latin typeface="Trebuchet MS"/>
                <a:cs typeface="Trebuchet MS"/>
              </a:rPr>
              <a:t> </a:t>
            </a:r>
            <a:r>
              <a:rPr sz="2800" spc="-10" dirty="0">
                <a:solidFill>
                  <a:srgbClr val="0D0D0D"/>
                </a:solidFill>
                <a:latin typeface="Trebuchet MS"/>
                <a:cs typeface="Trebuchet MS"/>
              </a:rPr>
              <a:t>gather</a:t>
            </a:r>
            <a:endParaRPr sz="2800">
              <a:latin typeface="Trebuchet MS"/>
              <a:cs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A3E2D1E5-E98D-9637-F7AB-911A47B36680}"/>
              </a:ext>
            </a:extLst>
          </p:cNvPr>
          <p:cNvSpPr txBox="1">
            <a:spLocks noGrp="1"/>
          </p:cNvSpPr>
          <p:nvPr>
            <p:ph type="title"/>
          </p:nvPr>
        </p:nvSpPr>
        <p:spPr>
          <a:xfrm>
            <a:off x="2057400" y="168128"/>
            <a:ext cx="7696200" cy="566181"/>
          </a:xfrm>
          <a:prstGeom prst="rect">
            <a:avLst/>
          </a:prstGeom>
          <a:solidFill>
            <a:srgbClr val="FFFFFF"/>
          </a:solidFill>
          <a:ln w="38100">
            <a:solidFill>
              <a:srgbClr val="404040"/>
            </a:solidFill>
          </a:ln>
        </p:spPr>
        <p:txBody>
          <a:bodyPr vert="horz" wrap="square" lIns="0" tIns="73025" rIns="0" bIns="0" rtlCol="0">
            <a:spAutoFit/>
          </a:bodyPr>
          <a:lstStyle/>
          <a:p>
            <a:pPr algn="ctr">
              <a:lnSpc>
                <a:spcPct val="100000"/>
              </a:lnSpc>
              <a:spcBef>
                <a:spcPts val="575"/>
              </a:spcBef>
            </a:pPr>
            <a:r>
              <a:rPr lang="en-IN" sz="3200" dirty="0">
                <a:latin typeface="Times New Roman"/>
                <a:cs typeface="Times New Roman"/>
              </a:rPr>
              <a:t>MODULE WISE IMPLEMNENTATION</a:t>
            </a:r>
            <a:endParaRPr sz="3200" dirty="0">
              <a:latin typeface="Times New Roman"/>
              <a:cs typeface="Times New Roman"/>
            </a:endParaRPr>
          </a:p>
        </p:txBody>
      </p:sp>
      <p:sp>
        <p:nvSpPr>
          <p:cNvPr id="5" name="TextBox 4">
            <a:extLst>
              <a:ext uri="{FF2B5EF4-FFF2-40B4-BE49-F238E27FC236}">
                <a16:creationId xmlns:a16="http://schemas.microsoft.com/office/drawing/2014/main" id="{445D2599-422D-6726-5BEF-D466B4AE32DE}"/>
              </a:ext>
            </a:extLst>
          </p:cNvPr>
          <p:cNvSpPr txBox="1"/>
          <p:nvPr/>
        </p:nvSpPr>
        <p:spPr>
          <a:xfrm>
            <a:off x="838200" y="1091183"/>
            <a:ext cx="6135688" cy="369332"/>
          </a:xfrm>
          <a:prstGeom prst="rect">
            <a:avLst/>
          </a:prstGeom>
          <a:noFill/>
        </p:spPr>
        <p:txBody>
          <a:bodyPr wrap="square" rtlCol="0">
            <a:spAutoFit/>
          </a:bodyPr>
          <a:lstStyle/>
          <a:p>
            <a:r>
              <a:rPr lang="it-IT" dirty="0"/>
              <a:t>1. Data Ingestion Module (Apache Kafka)</a:t>
            </a:r>
            <a:endParaRPr lang="en-IN" dirty="0"/>
          </a:p>
        </p:txBody>
      </p:sp>
      <p:pic>
        <p:nvPicPr>
          <p:cNvPr id="2" name="Picture 2" descr="ByteByteGo | Data Pipelines Overview">
            <a:extLst>
              <a:ext uri="{FF2B5EF4-FFF2-40B4-BE49-F238E27FC236}">
                <a16:creationId xmlns:a16="http://schemas.microsoft.com/office/drawing/2014/main" id="{4A431857-F6D3-24FC-6008-29DEAE48CD8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0300" y="1648492"/>
            <a:ext cx="7391400" cy="5194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1196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755FADA-A277-C4FD-F488-A4DD82B8E2C8}"/>
                  </a:ext>
                </a:extLst>
              </p14:cNvPr>
              <p14:cNvContentPartPr/>
              <p14:nvPr/>
            </p14:nvContentPartPr>
            <p14:xfrm>
              <a:off x="5579454" y="5392961"/>
              <a:ext cx="245880" cy="742320"/>
            </p14:xfrm>
          </p:contentPart>
        </mc:Choice>
        <mc:Fallback xmlns="">
          <p:pic>
            <p:nvPicPr>
              <p:cNvPr id="4" name="Ink 3">
                <a:extLst>
                  <a:ext uri="{FF2B5EF4-FFF2-40B4-BE49-F238E27FC236}">
                    <a16:creationId xmlns:a16="http://schemas.microsoft.com/office/drawing/2014/main" id="{0755FADA-A277-C4FD-F488-A4DD82B8E2C8}"/>
                  </a:ext>
                </a:extLst>
              </p:cNvPr>
              <p:cNvPicPr/>
              <p:nvPr/>
            </p:nvPicPr>
            <p:blipFill>
              <a:blip r:embed="rId4"/>
              <a:stretch>
                <a:fillRect/>
              </a:stretch>
            </p:blipFill>
            <p:spPr>
              <a:xfrm>
                <a:off x="5570814" y="5383961"/>
                <a:ext cx="263520" cy="759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797813F5-862C-F4B0-B2A5-BDADCF175420}"/>
                  </a:ext>
                </a:extLst>
              </p14:cNvPr>
              <p14:cNvContentPartPr/>
              <p14:nvPr/>
            </p14:nvContentPartPr>
            <p14:xfrm>
              <a:off x="5548494" y="5313401"/>
              <a:ext cx="1107360" cy="756000"/>
            </p14:xfrm>
          </p:contentPart>
        </mc:Choice>
        <mc:Fallback xmlns="">
          <p:pic>
            <p:nvPicPr>
              <p:cNvPr id="5" name="Ink 4">
                <a:extLst>
                  <a:ext uri="{FF2B5EF4-FFF2-40B4-BE49-F238E27FC236}">
                    <a16:creationId xmlns:a16="http://schemas.microsoft.com/office/drawing/2014/main" id="{797813F5-862C-F4B0-B2A5-BDADCF175420}"/>
                  </a:ext>
                </a:extLst>
              </p:cNvPr>
              <p:cNvPicPr/>
              <p:nvPr/>
            </p:nvPicPr>
            <p:blipFill>
              <a:blip r:embed="rId6"/>
              <a:stretch>
                <a:fillRect/>
              </a:stretch>
            </p:blipFill>
            <p:spPr>
              <a:xfrm>
                <a:off x="5485494" y="5250401"/>
                <a:ext cx="1233000" cy="881640"/>
              </a:xfrm>
              <a:prstGeom prst="rect">
                <a:avLst/>
              </a:prstGeom>
            </p:spPr>
          </p:pic>
        </mc:Fallback>
      </mc:AlternateContent>
      <p:sp>
        <p:nvSpPr>
          <p:cNvPr id="6" name="TextBox 5">
            <a:extLst>
              <a:ext uri="{FF2B5EF4-FFF2-40B4-BE49-F238E27FC236}">
                <a16:creationId xmlns:a16="http://schemas.microsoft.com/office/drawing/2014/main" id="{31C6B502-E3E8-1BB6-584B-EAC5EB6E7F1B}"/>
              </a:ext>
            </a:extLst>
          </p:cNvPr>
          <p:cNvSpPr txBox="1"/>
          <p:nvPr/>
        </p:nvSpPr>
        <p:spPr>
          <a:xfrm>
            <a:off x="304800" y="454249"/>
            <a:ext cx="8839200" cy="369332"/>
          </a:xfrm>
          <a:prstGeom prst="rect">
            <a:avLst/>
          </a:prstGeom>
          <a:noFill/>
        </p:spPr>
        <p:txBody>
          <a:bodyPr wrap="square" rtlCol="0">
            <a:spAutoFit/>
          </a:bodyPr>
          <a:lstStyle/>
          <a:p>
            <a:r>
              <a:rPr lang="en-GB" dirty="0"/>
              <a:t>2. Real-Time Processing Module (Apache Spark Streaming)</a:t>
            </a:r>
            <a:endParaRPr lang="en-IN" dirty="0"/>
          </a:p>
        </p:txBody>
      </p:sp>
      <p:pic>
        <p:nvPicPr>
          <p:cNvPr id="3" name="Picture 2">
            <a:extLst>
              <a:ext uri="{FF2B5EF4-FFF2-40B4-BE49-F238E27FC236}">
                <a16:creationId xmlns:a16="http://schemas.microsoft.com/office/drawing/2014/main" id="{4D724DD0-0F97-2B75-0C36-CD940B32FA37}"/>
              </a:ext>
            </a:extLst>
          </p:cNvPr>
          <p:cNvPicPr>
            <a:picLocks noChangeAspect="1"/>
          </p:cNvPicPr>
          <p:nvPr/>
        </p:nvPicPr>
        <p:blipFill>
          <a:blip r:embed="rId7"/>
          <a:stretch>
            <a:fillRect/>
          </a:stretch>
        </p:blipFill>
        <p:spPr>
          <a:xfrm>
            <a:off x="952500" y="823581"/>
            <a:ext cx="10287000" cy="5805820"/>
          </a:xfrm>
          <a:prstGeom prst="rect">
            <a:avLst/>
          </a:prstGeom>
        </p:spPr>
      </p:pic>
    </p:spTree>
    <p:extLst>
      <p:ext uri="{BB962C8B-B14F-4D97-AF65-F5344CB8AC3E}">
        <p14:creationId xmlns:p14="http://schemas.microsoft.com/office/powerpoint/2010/main" val="3978137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232B1B-0B53-10A2-18B8-B38DC0176A97}"/>
              </a:ext>
            </a:extLst>
          </p:cNvPr>
          <p:cNvSpPr txBox="1"/>
          <p:nvPr/>
        </p:nvSpPr>
        <p:spPr>
          <a:xfrm>
            <a:off x="609600" y="609600"/>
            <a:ext cx="3429000" cy="369332"/>
          </a:xfrm>
          <a:prstGeom prst="rect">
            <a:avLst/>
          </a:prstGeom>
          <a:noFill/>
        </p:spPr>
        <p:txBody>
          <a:bodyPr wrap="square" rtlCol="0">
            <a:spAutoFit/>
          </a:bodyPr>
          <a:lstStyle/>
          <a:p>
            <a:r>
              <a:rPr lang="en-IN" dirty="0"/>
              <a:t>3. MACHINE LEARNING</a:t>
            </a:r>
          </a:p>
        </p:txBody>
      </p:sp>
      <p:pic>
        <p:nvPicPr>
          <p:cNvPr id="3" name="Picture 2">
            <a:extLst>
              <a:ext uri="{FF2B5EF4-FFF2-40B4-BE49-F238E27FC236}">
                <a16:creationId xmlns:a16="http://schemas.microsoft.com/office/drawing/2014/main" id="{970E3EFD-6E46-CA86-36C0-4AAA627E5981}"/>
              </a:ext>
            </a:extLst>
          </p:cNvPr>
          <p:cNvPicPr>
            <a:picLocks noChangeAspect="1"/>
          </p:cNvPicPr>
          <p:nvPr/>
        </p:nvPicPr>
        <p:blipFill>
          <a:blip r:embed="rId2"/>
          <a:stretch>
            <a:fillRect/>
          </a:stretch>
        </p:blipFill>
        <p:spPr>
          <a:xfrm>
            <a:off x="952500" y="978932"/>
            <a:ext cx="10287000" cy="5574268"/>
          </a:xfrm>
          <a:prstGeom prst="rect">
            <a:avLst/>
          </a:prstGeom>
        </p:spPr>
      </p:pic>
    </p:spTree>
    <p:extLst>
      <p:ext uri="{BB962C8B-B14F-4D97-AF65-F5344CB8AC3E}">
        <p14:creationId xmlns:p14="http://schemas.microsoft.com/office/powerpoint/2010/main" val="3853161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CCEFC7-6581-90C4-079B-4EBFAF992111}"/>
              </a:ext>
            </a:extLst>
          </p:cNvPr>
          <p:cNvSpPr txBox="1"/>
          <p:nvPr/>
        </p:nvSpPr>
        <p:spPr>
          <a:xfrm>
            <a:off x="609600" y="457200"/>
            <a:ext cx="4343400" cy="369332"/>
          </a:xfrm>
          <a:prstGeom prst="rect">
            <a:avLst/>
          </a:prstGeom>
          <a:noFill/>
        </p:spPr>
        <p:txBody>
          <a:bodyPr wrap="square" rtlCol="0">
            <a:spAutoFit/>
          </a:bodyPr>
          <a:lstStyle/>
          <a:p>
            <a:r>
              <a:rPr lang="en-IN" dirty="0"/>
              <a:t>4. DATA STORAGE MODULE</a:t>
            </a:r>
          </a:p>
        </p:txBody>
      </p:sp>
      <p:pic>
        <p:nvPicPr>
          <p:cNvPr id="6" name="Picture 5">
            <a:extLst>
              <a:ext uri="{FF2B5EF4-FFF2-40B4-BE49-F238E27FC236}">
                <a16:creationId xmlns:a16="http://schemas.microsoft.com/office/drawing/2014/main" id="{A889A8CB-AEE4-CC94-2F86-D65117AB1A1E}"/>
              </a:ext>
            </a:extLst>
          </p:cNvPr>
          <p:cNvPicPr>
            <a:picLocks noChangeAspect="1"/>
          </p:cNvPicPr>
          <p:nvPr/>
        </p:nvPicPr>
        <p:blipFill>
          <a:blip r:embed="rId2"/>
          <a:stretch>
            <a:fillRect/>
          </a:stretch>
        </p:blipFill>
        <p:spPr>
          <a:xfrm>
            <a:off x="952500" y="787400"/>
            <a:ext cx="9105900" cy="6070600"/>
          </a:xfrm>
          <a:prstGeom prst="rect">
            <a:avLst/>
          </a:prstGeom>
        </p:spPr>
      </p:pic>
    </p:spTree>
    <p:extLst>
      <p:ext uri="{BB962C8B-B14F-4D97-AF65-F5344CB8AC3E}">
        <p14:creationId xmlns:p14="http://schemas.microsoft.com/office/powerpoint/2010/main" val="2334156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376967-0EC5-60C8-4953-A2E6C7158030}"/>
              </a:ext>
            </a:extLst>
          </p:cNvPr>
          <p:cNvSpPr txBox="1"/>
          <p:nvPr/>
        </p:nvSpPr>
        <p:spPr>
          <a:xfrm>
            <a:off x="762000" y="533400"/>
            <a:ext cx="3200400" cy="369332"/>
          </a:xfrm>
          <a:prstGeom prst="rect">
            <a:avLst/>
          </a:prstGeom>
          <a:noFill/>
        </p:spPr>
        <p:txBody>
          <a:bodyPr wrap="square" rtlCol="0">
            <a:spAutoFit/>
          </a:bodyPr>
          <a:lstStyle/>
          <a:p>
            <a:r>
              <a:rPr lang="en-IN" dirty="0"/>
              <a:t>5.ANALYSIS</a:t>
            </a:r>
          </a:p>
        </p:txBody>
      </p:sp>
      <p:pic>
        <p:nvPicPr>
          <p:cNvPr id="3" name="Picture 2">
            <a:extLst>
              <a:ext uri="{FF2B5EF4-FFF2-40B4-BE49-F238E27FC236}">
                <a16:creationId xmlns:a16="http://schemas.microsoft.com/office/drawing/2014/main" id="{B287DCB8-7386-54A5-A271-58829BEDA475}"/>
              </a:ext>
            </a:extLst>
          </p:cNvPr>
          <p:cNvPicPr>
            <a:picLocks noChangeAspect="1"/>
          </p:cNvPicPr>
          <p:nvPr/>
        </p:nvPicPr>
        <p:blipFill>
          <a:blip r:embed="rId2"/>
          <a:stretch>
            <a:fillRect/>
          </a:stretch>
        </p:blipFill>
        <p:spPr>
          <a:xfrm>
            <a:off x="952500" y="889000"/>
            <a:ext cx="8953500" cy="5969000"/>
          </a:xfrm>
          <a:prstGeom prst="rect">
            <a:avLst/>
          </a:prstGeom>
        </p:spPr>
      </p:pic>
    </p:spTree>
    <p:extLst>
      <p:ext uri="{BB962C8B-B14F-4D97-AF65-F5344CB8AC3E}">
        <p14:creationId xmlns:p14="http://schemas.microsoft.com/office/powerpoint/2010/main" val="3627133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89F8E6-E54D-4DD7-D143-31551665356A}"/>
              </a:ext>
            </a:extLst>
          </p:cNvPr>
          <p:cNvSpPr txBox="1"/>
          <p:nvPr/>
        </p:nvSpPr>
        <p:spPr>
          <a:xfrm>
            <a:off x="1219200" y="381000"/>
            <a:ext cx="3962400" cy="369332"/>
          </a:xfrm>
          <a:prstGeom prst="rect">
            <a:avLst/>
          </a:prstGeom>
          <a:noFill/>
        </p:spPr>
        <p:txBody>
          <a:bodyPr wrap="square" rtlCol="0">
            <a:spAutoFit/>
          </a:bodyPr>
          <a:lstStyle/>
          <a:p>
            <a:r>
              <a:rPr lang="en-IN" dirty="0"/>
              <a:t>6.INTEGRATED WORKFLOW</a:t>
            </a:r>
          </a:p>
        </p:txBody>
      </p:sp>
      <p:pic>
        <p:nvPicPr>
          <p:cNvPr id="3" name="Picture 2">
            <a:extLst>
              <a:ext uri="{FF2B5EF4-FFF2-40B4-BE49-F238E27FC236}">
                <a16:creationId xmlns:a16="http://schemas.microsoft.com/office/drawing/2014/main" id="{929317ED-C0B7-E466-0899-5C8D609EED0C}"/>
              </a:ext>
            </a:extLst>
          </p:cNvPr>
          <p:cNvPicPr>
            <a:picLocks noChangeAspect="1"/>
          </p:cNvPicPr>
          <p:nvPr/>
        </p:nvPicPr>
        <p:blipFill>
          <a:blip r:embed="rId2"/>
          <a:stretch>
            <a:fillRect/>
          </a:stretch>
        </p:blipFill>
        <p:spPr>
          <a:xfrm>
            <a:off x="952500" y="736600"/>
            <a:ext cx="9182100" cy="5892800"/>
          </a:xfrm>
          <a:prstGeom prst="rect">
            <a:avLst/>
          </a:prstGeom>
        </p:spPr>
      </p:pic>
    </p:spTree>
    <p:extLst>
      <p:ext uri="{BB962C8B-B14F-4D97-AF65-F5344CB8AC3E}">
        <p14:creationId xmlns:p14="http://schemas.microsoft.com/office/powerpoint/2010/main" val="2321188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F1822B24-9650-C6A9-52D9-E0CB594D7F83}"/>
              </a:ext>
            </a:extLst>
          </p:cNvPr>
          <p:cNvSpPr txBox="1">
            <a:spLocks noGrp="1"/>
          </p:cNvSpPr>
          <p:nvPr>
            <p:ph type="title"/>
          </p:nvPr>
        </p:nvSpPr>
        <p:spPr>
          <a:xfrm>
            <a:off x="1828800" y="381000"/>
            <a:ext cx="8153400" cy="566181"/>
          </a:xfrm>
          <a:prstGeom prst="rect">
            <a:avLst/>
          </a:prstGeom>
          <a:solidFill>
            <a:srgbClr val="FFFFFF"/>
          </a:solidFill>
          <a:ln w="38100">
            <a:solidFill>
              <a:srgbClr val="404040"/>
            </a:solidFill>
          </a:ln>
        </p:spPr>
        <p:txBody>
          <a:bodyPr vert="horz" wrap="square" lIns="0" tIns="73025" rIns="0" bIns="0" rtlCol="0">
            <a:spAutoFit/>
          </a:bodyPr>
          <a:lstStyle/>
          <a:p>
            <a:pPr algn="ctr">
              <a:lnSpc>
                <a:spcPct val="100000"/>
              </a:lnSpc>
              <a:spcBef>
                <a:spcPts val="575"/>
              </a:spcBef>
            </a:pPr>
            <a:r>
              <a:rPr lang="en-IN" sz="3200" dirty="0">
                <a:latin typeface="Times New Roman"/>
                <a:cs typeface="Times New Roman"/>
              </a:rPr>
              <a:t>COMPARISON</a:t>
            </a:r>
            <a:endParaRPr sz="3200" dirty="0">
              <a:latin typeface="Times New Roman"/>
              <a:cs typeface="Times New Roman"/>
            </a:endParaRPr>
          </a:p>
        </p:txBody>
      </p:sp>
      <p:graphicFrame>
        <p:nvGraphicFramePr>
          <p:cNvPr id="2" name="Table 1">
            <a:extLst>
              <a:ext uri="{FF2B5EF4-FFF2-40B4-BE49-F238E27FC236}">
                <a16:creationId xmlns:a16="http://schemas.microsoft.com/office/drawing/2014/main" id="{40D71A3D-A537-62FD-ED44-382551303EA1}"/>
              </a:ext>
            </a:extLst>
          </p:cNvPr>
          <p:cNvGraphicFramePr>
            <a:graphicFrameLocks noGrp="1"/>
          </p:cNvGraphicFramePr>
          <p:nvPr>
            <p:extLst>
              <p:ext uri="{D42A27DB-BD31-4B8C-83A1-F6EECF244321}">
                <p14:modId xmlns:p14="http://schemas.microsoft.com/office/powerpoint/2010/main" val="1553519394"/>
              </p:ext>
            </p:extLst>
          </p:nvPr>
        </p:nvGraphicFramePr>
        <p:xfrm>
          <a:off x="1855076" y="1266262"/>
          <a:ext cx="8153400" cy="5237014"/>
        </p:xfrm>
        <a:graphic>
          <a:graphicData uri="http://schemas.openxmlformats.org/drawingml/2006/table">
            <a:tbl>
              <a:tblPr firstRow="1" bandRow="1">
                <a:tableStyleId>{5C22544A-7EE6-4342-B048-85BDC9FD1C3A}</a:tableStyleId>
              </a:tblPr>
              <a:tblGrid>
                <a:gridCol w="1924050">
                  <a:extLst>
                    <a:ext uri="{9D8B030D-6E8A-4147-A177-3AD203B41FA5}">
                      <a16:colId xmlns:a16="http://schemas.microsoft.com/office/drawing/2014/main" val="808071510"/>
                    </a:ext>
                  </a:extLst>
                </a:gridCol>
                <a:gridCol w="2076450">
                  <a:extLst>
                    <a:ext uri="{9D8B030D-6E8A-4147-A177-3AD203B41FA5}">
                      <a16:colId xmlns:a16="http://schemas.microsoft.com/office/drawing/2014/main" val="1501948593"/>
                    </a:ext>
                  </a:extLst>
                </a:gridCol>
                <a:gridCol w="2076450">
                  <a:extLst>
                    <a:ext uri="{9D8B030D-6E8A-4147-A177-3AD203B41FA5}">
                      <a16:colId xmlns:a16="http://schemas.microsoft.com/office/drawing/2014/main" val="3723308660"/>
                    </a:ext>
                  </a:extLst>
                </a:gridCol>
                <a:gridCol w="2076450">
                  <a:extLst>
                    <a:ext uri="{9D8B030D-6E8A-4147-A177-3AD203B41FA5}">
                      <a16:colId xmlns:a16="http://schemas.microsoft.com/office/drawing/2014/main" val="997934618"/>
                    </a:ext>
                  </a:extLst>
                </a:gridCol>
              </a:tblGrid>
              <a:tr h="428447">
                <a:tc>
                  <a:txBody>
                    <a:bodyPr/>
                    <a:lstStyle/>
                    <a:p>
                      <a:pPr>
                        <a:buNone/>
                      </a:pPr>
                      <a:r>
                        <a:rPr lang="en-IN" dirty="0"/>
                        <a:t>Feature</a:t>
                      </a:r>
                    </a:p>
                  </a:txBody>
                  <a:tcPr anchor="ctr"/>
                </a:tc>
                <a:tc>
                  <a:txBody>
                    <a:bodyPr/>
                    <a:lstStyle/>
                    <a:p>
                      <a:pPr>
                        <a:buNone/>
                      </a:pPr>
                      <a:r>
                        <a:rPr lang="en-IN"/>
                        <a:t>Traditional System (Batch)</a:t>
                      </a:r>
                    </a:p>
                  </a:txBody>
                  <a:tcPr anchor="ctr"/>
                </a:tc>
                <a:tc>
                  <a:txBody>
                    <a:bodyPr/>
                    <a:lstStyle/>
                    <a:p>
                      <a:pPr>
                        <a:buNone/>
                      </a:pPr>
                      <a:r>
                        <a:rPr lang="en-IN"/>
                        <a:t>Proposed System (Real-Time)</a:t>
                      </a:r>
                    </a:p>
                  </a:txBody>
                  <a:tcPr anchor="ctr"/>
                </a:tc>
                <a:tc>
                  <a:txBody>
                    <a:bodyPr/>
                    <a:lstStyle/>
                    <a:p>
                      <a:pPr>
                        <a:buNone/>
                      </a:pPr>
                      <a:r>
                        <a:rPr lang="en-IN"/>
                        <a:t>ML-Based Intelligent System</a:t>
                      </a:r>
                    </a:p>
                  </a:txBody>
                  <a:tcPr anchor="ctr"/>
                </a:tc>
                <a:extLst>
                  <a:ext uri="{0D108BD9-81ED-4DB2-BD59-A6C34878D82A}">
                    <a16:rowId xmlns:a16="http://schemas.microsoft.com/office/drawing/2014/main" val="3002768689"/>
                  </a:ext>
                </a:extLst>
              </a:tr>
              <a:tr h="722565">
                <a:tc>
                  <a:txBody>
                    <a:bodyPr/>
                    <a:lstStyle/>
                    <a:p>
                      <a:pPr>
                        <a:buNone/>
                      </a:pPr>
                      <a:r>
                        <a:rPr lang="en-IN" b="1" dirty="0"/>
                        <a:t>Data Processing</a:t>
                      </a:r>
                      <a:endParaRPr lang="en-IN" dirty="0"/>
                    </a:p>
                  </a:txBody>
                  <a:tcPr anchor="ctr"/>
                </a:tc>
                <a:tc>
                  <a:txBody>
                    <a:bodyPr/>
                    <a:lstStyle/>
                    <a:p>
                      <a:pPr>
                        <a:buNone/>
                      </a:pPr>
                      <a:r>
                        <a:rPr lang="en-IN"/>
                        <a:t>Batch (periodic)</a:t>
                      </a:r>
                    </a:p>
                  </a:txBody>
                  <a:tcPr anchor="ctr"/>
                </a:tc>
                <a:tc>
                  <a:txBody>
                    <a:bodyPr/>
                    <a:lstStyle/>
                    <a:p>
                      <a:pPr>
                        <a:buNone/>
                      </a:pPr>
                      <a:r>
                        <a:rPr lang="en-IN" dirty="0"/>
                        <a:t>Continuous streaming (Kafka + Spark)</a:t>
                      </a:r>
                    </a:p>
                  </a:txBody>
                  <a:tcPr anchor="ctr"/>
                </a:tc>
                <a:tc>
                  <a:txBody>
                    <a:bodyPr/>
                    <a:lstStyle/>
                    <a:p>
                      <a:pPr>
                        <a:buNone/>
                      </a:pPr>
                      <a:r>
                        <a:rPr lang="en-IN"/>
                        <a:t>Real-time + predictive processing</a:t>
                      </a:r>
                    </a:p>
                  </a:txBody>
                  <a:tcPr anchor="ctr"/>
                </a:tc>
                <a:extLst>
                  <a:ext uri="{0D108BD9-81ED-4DB2-BD59-A6C34878D82A}">
                    <a16:rowId xmlns:a16="http://schemas.microsoft.com/office/drawing/2014/main" val="4171520748"/>
                  </a:ext>
                </a:extLst>
              </a:tr>
              <a:tr h="939334">
                <a:tc>
                  <a:txBody>
                    <a:bodyPr/>
                    <a:lstStyle/>
                    <a:p>
                      <a:pPr>
                        <a:buNone/>
                      </a:pPr>
                      <a:r>
                        <a:rPr lang="en-IN" b="1"/>
                        <a:t>Latency</a:t>
                      </a:r>
                      <a:endParaRPr lang="en-IN"/>
                    </a:p>
                  </a:txBody>
                  <a:tcPr anchor="ctr"/>
                </a:tc>
                <a:tc>
                  <a:txBody>
                    <a:bodyPr/>
                    <a:lstStyle/>
                    <a:p>
                      <a:pPr>
                        <a:buNone/>
                      </a:pPr>
                      <a:r>
                        <a:rPr lang="en-IN"/>
                        <a:t>High (minutes to hours)</a:t>
                      </a:r>
                    </a:p>
                  </a:txBody>
                  <a:tcPr anchor="ctr"/>
                </a:tc>
                <a:tc>
                  <a:txBody>
                    <a:bodyPr/>
                    <a:lstStyle/>
                    <a:p>
                      <a:pPr>
                        <a:buNone/>
                      </a:pPr>
                      <a:r>
                        <a:rPr lang="en-IN"/>
                        <a:t>Low (seconds)</a:t>
                      </a:r>
                    </a:p>
                  </a:txBody>
                  <a:tcPr anchor="ctr"/>
                </a:tc>
                <a:tc>
                  <a:txBody>
                    <a:bodyPr/>
                    <a:lstStyle/>
                    <a:p>
                      <a:pPr>
                        <a:buNone/>
                      </a:pPr>
                      <a:r>
                        <a:rPr lang="en-GB"/>
                        <a:t>Very low + predictive (near real-time decisions)</a:t>
                      </a:r>
                    </a:p>
                  </a:txBody>
                  <a:tcPr anchor="ctr"/>
                </a:tc>
                <a:extLst>
                  <a:ext uri="{0D108BD9-81ED-4DB2-BD59-A6C34878D82A}">
                    <a16:rowId xmlns:a16="http://schemas.microsoft.com/office/drawing/2014/main" val="3613710947"/>
                  </a:ext>
                </a:extLst>
              </a:tr>
              <a:tr h="722565">
                <a:tc>
                  <a:txBody>
                    <a:bodyPr/>
                    <a:lstStyle/>
                    <a:p>
                      <a:pPr>
                        <a:buNone/>
                      </a:pPr>
                      <a:r>
                        <a:rPr lang="en-IN" b="1"/>
                        <a:t>Scalability</a:t>
                      </a:r>
                      <a:endParaRPr lang="en-IN"/>
                    </a:p>
                  </a:txBody>
                  <a:tcPr anchor="ctr"/>
                </a:tc>
                <a:tc>
                  <a:txBody>
                    <a:bodyPr/>
                    <a:lstStyle/>
                    <a:p>
                      <a:pPr>
                        <a:buNone/>
                      </a:pPr>
                      <a:r>
                        <a:rPr lang="en-IN"/>
                        <a:t>Limited (Hadoop batch jobs)</a:t>
                      </a:r>
                    </a:p>
                  </a:txBody>
                  <a:tcPr anchor="ctr"/>
                </a:tc>
                <a:tc>
                  <a:txBody>
                    <a:bodyPr/>
                    <a:lstStyle/>
                    <a:p>
                      <a:pPr>
                        <a:buNone/>
                      </a:pPr>
                      <a:r>
                        <a:rPr lang="en-IN"/>
                        <a:t>Highly scalable (distributed streaming)</a:t>
                      </a:r>
                    </a:p>
                  </a:txBody>
                  <a:tcPr anchor="ctr"/>
                </a:tc>
                <a:tc>
                  <a:txBody>
                    <a:bodyPr/>
                    <a:lstStyle/>
                    <a:p>
                      <a:pPr>
                        <a:buNone/>
                      </a:pPr>
                      <a:r>
                        <a:rPr lang="en-GB" dirty="0"/>
                        <a:t>Highly scalable with model optimization</a:t>
                      </a:r>
                    </a:p>
                  </a:txBody>
                  <a:tcPr anchor="ctr"/>
                </a:tc>
                <a:extLst>
                  <a:ext uri="{0D108BD9-81ED-4DB2-BD59-A6C34878D82A}">
                    <a16:rowId xmlns:a16="http://schemas.microsoft.com/office/drawing/2014/main" val="3068077075"/>
                  </a:ext>
                </a:extLst>
              </a:tr>
              <a:tr h="722565">
                <a:tc>
                  <a:txBody>
                    <a:bodyPr/>
                    <a:lstStyle/>
                    <a:p>
                      <a:pPr>
                        <a:buNone/>
                      </a:pPr>
                      <a:r>
                        <a:rPr lang="en-IN" b="1"/>
                        <a:t>Recommendation</a:t>
                      </a:r>
                      <a:endParaRPr lang="en-IN"/>
                    </a:p>
                  </a:txBody>
                  <a:tcPr anchor="ctr"/>
                </a:tc>
                <a:tc>
                  <a:txBody>
                    <a:bodyPr/>
                    <a:lstStyle/>
                    <a:p>
                      <a:pPr>
                        <a:buNone/>
                      </a:pPr>
                      <a:r>
                        <a:rPr lang="en-IN"/>
                        <a:t>Delayed / static</a:t>
                      </a:r>
                    </a:p>
                  </a:txBody>
                  <a:tcPr anchor="ctr"/>
                </a:tc>
                <a:tc>
                  <a:txBody>
                    <a:bodyPr/>
                    <a:lstStyle/>
                    <a:p>
                      <a:pPr>
                        <a:buNone/>
                      </a:pPr>
                      <a:r>
                        <a:rPr lang="en-IN"/>
                        <a:t>Instant (rule-based / streaming)</a:t>
                      </a:r>
                    </a:p>
                  </a:txBody>
                  <a:tcPr anchor="ctr"/>
                </a:tc>
                <a:tc>
                  <a:txBody>
                    <a:bodyPr/>
                    <a:lstStyle/>
                    <a:p>
                      <a:pPr>
                        <a:buNone/>
                      </a:pPr>
                      <a:r>
                        <a:rPr lang="en-IN"/>
                        <a:t>Personalized &amp; predictive recommendations</a:t>
                      </a:r>
                    </a:p>
                  </a:txBody>
                  <a:tcPr anchor="ctr"/>
                </a:tc>
                <a:extLst>
                  <a:ext uri="{0D108BD9-81ED-4DB2-BD59-A6C34878D82A}">
                    <a16:rowId xmlns:a16="http://schemas.microsoft.com/office/drawing/2014/main" val="2384565490"/>
                  </a:ext>
                </a:extLst>
              </a:tr>
              <a:tr h="722565">
                <a:tc>
                  <a:txBody>
                    <a:bodyPr/>
                    <a:lstStyle/>
                    <a:p>
                      <a:pPr>
                        <a:buNone/>
                      </a:pPr>
                      <a:r>
                        <a:rPr lang="en-IN" b="1"/>
                        <a:t>Technology</a:t>
                      </a:r>
                      <a:endParaRPr lang="en-IN"/>
                    </a:p>
                  </a:txBody>
                  <a:tcPr anchor="ctr"/>
                </a:tc>
                <a:tc>
                  <a:txBody>
                    <a:bodyPr/>
                    <a:lstStyle/>
                    <a:p>
                      <a:pPr>
                        <a:buNone/>
                      </a:pPr>
                      <a:r>
                        <a:rPr lang="en-IN"/>
                        <a:t>Hadoop, MapReduce</a:t>
                      </a:r>
                    </a:p>
                  </a:txBody>
                  <a:tcPr anchor="ctr"/>
                </a:tc>
                <a:tc>
                  <a:txBody>
                    <a:bodyPr/>
                    <a:lstStyle/>
                    <a:p>
                      <a:pPr>
                        <a:buNone/>
                      </a:pPr>
                      <a:r>
                        <a:rPr lang="en-IN"/>
                        <a:t>Kafka, Spark Streaming</a:t>
                      </a:r>
                    </a:p>
                  </a:txBody>
                  <a:tcPr anchor="ctr"/>
                </a:tc>
                <a:tc>
                  <a:txBody>
                    <a:bodyPr/>
                    <a:lstStyle/>
                    <a:p>
                      <a:pPr>
                        <a:buNone/>
                      </a:pPr>
                      <a:r>
                        <a:rPr lang="en-GB" dirty="0"/>
                        <a:t>ML Algorithms (</a:t>
                      </a:r>
                      <a:r>
                        <a:rPr lang="en-GB" dirty="0" err="1"/>
                        <a:t>Apriori</a:t>
                      </a:r>
                      <a:r>
                        <a:rPr lang="en-GB" dirty="0"/>
                        <a:t>, K-Means) + Spark</a:t>
                      </a:r>
                    </a:p>
                  </a:txBody>
                  <a:tcPr anchor="ctr"/>
                </a:tc>
                <a:extLst>
                  <a:ext uri="{0D108BD9-81ED-4DB2-BD59-A6C34878D82A}">
                    <a16:rowId xmlns:a16="http://schemas.microsoft.com/office/drawing/2014/main" val="1294169083"/>
                  </a:ext>
                </a:extLst>
              </a:tr>
            </a:tbl>
          </a:graphicData>
        </a:graphic>
      </p:graphicFrame>
    </p:spTree>
    <p:extLst>
      <p:ext uri="{BB962C8B-B14F-4D97-AF65-F5344CB8AC3E}">
        <p14:creationId xmlns:p14="http://schemas.microsoft.com/office/powerpoint/2010/main" val="3635545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8BBD96FB-6263-FCA9-F867-A490F348B250}"/>
              </a:ext>
            </a:extLst>
          </p:cNvPr>
          <p:cNvSpPr txBox="1">
            <a:spLocks noGrp="1"/>
          </p:cNvSpPr>
          <p:nvPr>
            <p:ph type="title"/>
          </p:nvPr>
        </p:nvSpPr>
        <p:spPr>
          <a:xfrm>
            <a:off x="2057400" y="228600"/>
            <a:ext cx="8153400" cy="566181"/>
          </a:xfrm>
          <a:prstGeom prst="rect">
            <a:avLst/>
          </a:prstGeom>
          <a:solidFill>
            <a:srgbClr val="FFFFFF"/>
          </a:solidFill>
          <a:ln w="38100">
            <a:solidFill>
              <a:srgbClr val="404040"/>
            </a:solidFill>
          </a:ln>
        </p:spPr>
        <p:txBody>
          <a:bodyPr vert="horz" wrap="square" lIns="0" tIns="73025" rIns="0" bIns="0" rtlCol="0">
            <a:spAutoFit/>
          </a:bodyPr>
          <a:lstStyle/>
          <a:p>
            <a:pPr algn="ctr">
              <a:lnSpc>
                <a:spcPct val="100000"/>
              </a:lnSpc>
              <a:spcBef>
                <a:spcPts val="575"/>
              </a:spcBef>
            </a:pPr>
            <a:r>
              <a:rPr lang="en-IN" sz="3200" dirty="0">
                <a:latin typeface="Times New Roman"/>
                <a:cs typeface="Times New Roman"/>
              </a:rPr>
              <a:t>DISCUSSION</a:t>
            </a:r>
            <a:endParaRPr sz="3200" dirty="0">
              <a:latin typeface="Times New Roman"/>
              <a:cs typeface="Times New Roman"/>
            </a:endParaRPr>
          </a:p>
        </p:txBody>
      </p:sp>
      <p:pic>
        <p:nvPicPr>
          <p:cNvPr id="7" name="Picture 6">
            <a:extLst>
              <a:ext uri="{FF2B5EF4-FFF2-40B4-BE49-F238E27FC236}">
                <a16:creationId xmlns:a16="http://schemas.microsoft.com/office/drawing/2014/main" id="{077A1D40-8B7C-2A42-6DCF-94AACB57A6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7900" y="990600"/>
            <a:ext cx="7696200" cy="5715000"/>
          </a:xfrm>
          <a:prstGeom prst="rect">
            <a:avLst/>
          </a:prstGeom>
        </p:spPr>
      </p:pic>
    </p:spTree>
    <p:extLst>
      <p:ext uri="{BB962C8B-B14F-4D97-AF65-F5344CB8AC3E}">
        <p14:creationId xmlns:p14="http://schemas.microsoft.com/office/powerpoint/2010/main" val="1629559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F66FE49-4503-91F0-7571-D9A62FC8365D}"/>
              </a:ext>
            </a:extLst>
          </p:cNvPr>
          <p:cNvSpPr>
            <a:spLocks noGrp="1" noChangeArrowheads="1"/>
          </p:cNvSpPr>
          <p:nvPr>
            <p:ph type="body" idx="1"/>
          </p:nvPr>
        </p:nvSpPr>
        <p:spPr bwMode="auto">
          <a:xfrm>
            <a:off x="523953" y="685800"/>
            <a:ext cx="10610693" cy="6340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sz="1400" b="1" dirty="0"/>
              <a:t> Key Results Achieved</a:t>
            </a:r>
          </a:p>
          <a:p>
            <a:r>
              <a:rPr lang="en-GB" sz="1400" dirty="0"/>
              <a:t>Customer purchase patterns were successfully </a:t>
            </a:r>
            <a:r>
              <a:rPr lang="en-GB" sz="1400" dirty="0" err="1"/>
              <a:t>analyzed</a:t>
            </a:r>
            <a:r>
              <a:rPr lang="en-GB" sz="1400" dirty="0"/>
              <a:t> using historical retail data. </a:t>
            </a:r>
          </a:p>
          <a:p>
            <a:r>
              <a:rPr lang="en-GB" sz="1400" dirty="0"/>
              <a:t>High-value customers and frequently purchased products were identified. </a:t>
            </a:r>
          </a:p>
          <a:p>
            <a:r>
              <a:rPr lang="en-GB" sz="1400" dirty="0"/>
              <a:t>Product recommendations were generated using association rule mining (</a:t>
            </a:r>
            <a:r>
              <a:rPr lang="en-GB" sz="1400" dirty="0" err="1"/>
              <a:t>Apriori</a:t>
            </a:r>
            <a:r>
              <a:rPr lang="en-GB" sz="1400" dirty="0"/>
              <a:t>). </a:t>
            </a:r>
          </a:p>
          <a:p>
            <a:r>
              <a:rPr lang="en-GB" sz="1400" dirty="0"/>
              <a:t>Customer segmentation using K-Means enabled targeted analysis. </a:t>
            </a:r>
          </a:p>
          <a:p>
            <a:r>
              <a:rPr lang="en-GB" sz="1400" dirty="0"/>
              <a:t>Interactive dashboards provided clear insights into sales trends and customer </a:t>
            </a:r>
            <a:r>
              <a:rPr lang="en-GB" sz="1400" dirty="0" err="1"/>
              <a:t>behavior</a:t>
            </a:r>
            <a:r>
              <a:rPr lang="en-GB" sz="1400" dirty="0"/>
              <a:t>. </a:t>
            </a:r>
          </a:p>
          <a:p>
            <a:endParaRPr lang="en-GB" sz="1400" dirty="0"/>
          </a:p>
          <a:p>
            <a:r>
              <a:rPr lang="en-GB" sz="1400" b="1" dirty="0"/>
              <a:t> Performance Improvements</a:t>
            </a:r>
          </a:p>
          <a:p>
            <a:r>
              <a:rPr lang="en-GB" sz="1400" b="1" dirty="0"/>
              <a:t>Latency:</a:t>
            </a:r>
            <a:r>
              <a:rPr lang="en-GB" sz="1400" dirty="0"/>
              <a:t> Data processing time reduced by using optimized data handling techniques compared to manual analysis. </a:t>
            </a:r>
          </a:p>
          <a:p>
            <a:r>
              <a:rPr lang="en-GB" sz="1400" b="1" dirty="0"/>
              <a:t>Scalability:</a:t>
            </a:r>
            <a:r>
              <a:rPr lang="en-GB" sz="1400" dirty="0"/>
              <a:t> System can handle increasing transaction data with integration of big data tools like Spark and Kafka. </a:t>
            </a:r>
          </a:p>
          <a:p>
            <a:r>
              <a:rPr lang="en-GB" sz="1400" b="1" dirty="0"/>
              <a:t>Recommendation Speed:</a:t>
            </a:r>
            <a:r>
              <a:rPr lang="en-GB" sz="1400" dirty="0"/>
              <a:t> Product recommendations generated quickly based on purchase history. </a:t>
            </a:r>
          </a:p>
          <a:p>
            <a:r>
              <a:rPr lang="en-GB" sz="1400" b="1" dirty="0"/>
              <a:t>System Efficiency:</a:t>
            </a:r>
            <a:r>
              <a:rPr lang="en-GB" sz="1400" dirty="0"/>
              <a:t> Automated analytics improved decision-making speed and reduced manual effort. </a:t>
            </a:r>
          </a:p>
          <a:p>
            <a:endParaRPr lang="en-GB" sz="1400" dirty="0"/>
          </a:p>
          <a:p>
            <a:r>
              <a:rPr lang="en-GB" sz="1400" b="1" dirty="0"/>
              <a:t> Output Highlights</a:t>
            </a:r>
          </a:p>
          <a:p>
            <a:r>
              <a:rPr lang="en-GB" sz="1400" dirty="0"/>
              <a:t>Frequently bought product combinations identified (market basket analysis). </a:t>
            </a:r>
          </a:p>
          <a:p>
            <a:r>
              <a:rPr lang="en-GB" sz="1400" dirty="0"/>
              <a:t>Customer segments like high spenders and frequent buyers identified. </a:t>
            </a:r>
          </a:p>
          <a:p>
            <a:r>
              <a:rPr lang="en-GB" sz="1400" dirty="0"/>
              <a:t>Sales trends and category-wise performance visualized. </a:t>
            </a:r>
          </a:p>
          <a:p>
            <a:r>
              <a:rPr lang="en-GB" sz="1400" dirty="0"/>
              <a:t>Personalized product recommendations generated for users. </a:t>
            </a:r>
          </a:p>
          <a:p>
            <a:r>
              <a:rPr lang="en-GB" sz="1400" dirty="0"/>
              <a:t>Insights displayed through dashboards (Power BI / charts). </a:t>
            </a:r>
          </a:p>
          <a:p>
            <a:endParaRPr lang="en-GB" sz="1400" dirty="0"/>
          </a:p>
          <a:p>
            <a:r>
              <a:rPr lang="en-GB" sz="1400" b="1" dirty="0"/>
              <a:t> Final Outcome</a:t>
            </a:r>
          </a:p>
          <a:p>
            <a:r>
              <a:rPr lang="en-GB" sz="1400" dirty="0"/>
              <a:t>The proposed system successfully demonstrates a data-driven retail analytics and recommendation solution that improves business insights, enhances customer understanding, and supports better decision-making using big data technologies.</a:t>
            </a:r>
          </a:p>
          <a:p>
            <a:br>
              <a:rPr lang="en-GB" sz="1400" dirty="0"/>
            </a:br>
            <a:endParaRPr lang="en-GB" sz="1400" dirty="0"/>
          </a:p>
          <a:p>
            <a:r>
              <a:rPr lang="en-GB" sz="1400" b="1" dirty="0"/>
              <a:t>One-Line Conclusion</a:t>
            </a:r>
          </a:p>
          <a:p>
            <a:r>
              <a:rPr lang="en-GB" sz="1400" dirty="0"/>
              <a:t>The system delivers faster insights and effective product recommendations by combining data analytics, clustering, and association rule mining techniques.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5" name="object 2">
            <a:extLst>
              <a:ext uri="{FF2B5EF4-FFF2-40B4-BE49-F238E27FC236}">
                <a16:creationId xmlns:a16="http://schemas.microsoft.com/office/drawing/2014/main" id="{2D258EE9-94AE-E98F-2B71-D52BC1912741}"/>
              </a:ext>
            </a:extLst>
          </p:cNvPr>
          <p:cNvSpPr txBox="1">
            <a:spLocks noGrp="1"/>
          </p:cNvSpPr>
          <p:nvPr>
            <p:ph type="title"/>
          </p:nvPr>
        </p:nvSpPr>
        <p:spPr>
          <a:xfrm>
            <a:off x="1752600" y="36786"/>
            <a:ext cx="8153400" cy="566181"/>
          </a:xfrm>
          <a:prstGeom prst="rect">
            <a:avLst/>
          </a:prstGeom>
          <a:solidFill>
            <a:srgbClr val="FFFFFF"/>
          </a:solidFill>
          <a:ln w="38100">
            <a:solidFill>
              <a:srgbClr val="404040"/>
            </a:solidFill>
          </a:ln>
        </p:spPr>
        <p:txBody>
          <a:bodyPr vert="horz" wrap="square" lIns="0" tIns="73025" rIns="0" bIns="0" rtlCol="0">
            <a:spAutoFit/>
          </a:bodyPr>
          <a:lstStyle/>
          <a:p>
            <a:pPr algn="ctr">
              <a:lnSpc>
                <a:spcPct val="100000"/>
              </a:lnSpc>
              <a:spcBef>
                <a:spcPts val="575"/>
              </a:spcBef>
            </a:pPr>
            <a:r>
              <a:rPr lang="en-IN" sz="3200" dirty="0">
                <a:latin typeface="Times New Roman"/>
                <a:cs typeface="Times New Roman"/>
              </a:rPr>
              <a:t>RESULTS</a:t>
            </a:r>
            <a:endParaRPr sz="3200" dirty="0">
              <a:latin typeface="Times New Roman"/>
              <a:cs typeface="Times New Roman"/>
            </a:endParaRPr>
          </a:p>
        </p:txBody>
      </p:sp>
    </p:spTree>
    <p:extLst>
      <p:ext uri="{BB962C8B-B14F-4D97-AF65-F5344CB8AC3E}">
        <p14:creationId xmlns:p14="http://schemas.microsoft.com/office/powerpoint/2010/main" val="1100017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E5B9AC8-5B30-0A42-4041-EE4A47BA182B}"/>
              </a:ext>
            </a:extLst>
          </p:cNvPr>
          <p:cNvSpPr>
            <a:spLocks noGrp="1" noChangeArrowheads="1"/>
          </p:cNvSpPr>
          <p:nvPr>
            <p:ph type="body" idx="1"/>
          </p:nvPr>
        </p:nvSpPr>
        <p:spPr bwMode="auto">
          <a:xfrm>
            <a:off x="228600" y="720090"/>
            <a:ext cx="1150620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b="1" dirty="0"/>
          </a:p>
          <a:p>
            <a:r>
              <a:rPr lang="en-GB" dirty="0"/>
              <a:t>The project successfully implements a </a:t>
            </a:r>
            <a:r>
              <a:rPr lang="en-GB" b="1" dirty="0"/>
              <a:t>customer purchase analytics and recommendation system</a:t>
            </a:r>
            <a:r>
              <a:rPr lang="en-GB" dirty="0"/>
              <a:t> using modern data analytics and big data concepts. By integrating data collection, preprocessing, analysis, machine learning techniques, and visualization modules, the system is able to continuously </a:t>
            </a:r>
            <a:r>
              <a:rPr lang="en-GB" dirty="0" err="1"/>
              <a:t>analyze</a:t>
            </a:r>
            <a:r>
              <a:rPr lang="en-GB" dirty="0"/>
              <a:t> customer purchase </a:t>
            </a:r>
            <a:r>
              <a:rPr lang="en-GB" dirty="0" err="1"/>
              <a:t>behavior</a:t>
            </a:r>
            <a:r>
              <a:rPr lang="en-GB" dirty="0"/>
              <a:t> and generate meaningful insights.</a:t>
            </a:r>
          </a:p>
          <a:p>
            <a:r>
              <a:rPr lang="en-GB" dirty="0"/>
              <a:t>Compared to traditional manual or basic analytical approaches, the proposed system significantly improves the ability to understand customer patterns and product performance. The use of structured data processing and analytical techniques enables efficient handling of large volumes of retail transaction data while maintaining accuracy and consistency.</a:t>
            </a:r>
          </a:p>
          <a:p>
            <a:r>
              <a:rPr lang="en-GB" dirty="0"/>
              <a:t>The recommendation module enhances business value by providing </a:t>
            </a:r>
            <a:r>
              <a:rPr lang="en-GB" b="1" dirty="0"/>
              <a:t>product suggestions based on customer purchase history and frequently bought item combinations</a:t>
            </a:r>
            <a:r>
              <a:rPr lang="en-GB" dirty="0"/>
              <a:t>. This helps in identifying cross-selling opportunities and improving customer engagement. Additionally, customer segmentation using clustering techniques allows businesses to target specific customer groups more effectively.</a:t>
            </a:r>
          </a:p>
          <a:p>
            <a:r>
              <a:rPr lang="en-GB" dirty="0"/>
              <a:t>The visualization dashboards provide clear and interactive insights into sales trends, customer </a:t>
            </a:r>
            <a:r>
              <a:rPr lang="en-GB" dirty="0" err="1"/>
              <a:t>behavior</a:t>
            </a:r>
            <a:r>
              <a:rPr lang="en-GB" dirty="0"/>
              <a:t>, and product performance. These insights support data-driven decision-making and improve overall business strategies.</a:t>
            </a:r>
          </a:p>
          <a:p>
            <a:r>
              <a:rPr lang="en-GB" dirty="0"/>
              <a:t>Overall, the system demonstrates how data analytics, clustering, and association rule mining can be effectively combined to build an intelligent, scalable, and efficient retail analytics platform.</a:t>
            </a:r>
          </a:p>
          <a:p>
            <a:br>
              <a:rPr lang="en-GB" b="1" u="sng" dirty="0"/>
            </a:br>
            <a:r>
              <a:rPr lang="en-GB" b="1" u="sng" dirty="0"/>
              <a:t>Final Statement:</a:t>
            </a:r>
          </a:p>
          <a:p>
            <a:r>
              <a:rPr lang="en-GB" dirty="0"/>
              <a:t>The project highlights the importance of </a:t>
            </a:r>
            <a:r>
              <a:rPr lang="en-GB" b="1" dirty="0"/>
              <a:t>data-driven analytics in modern retail systems</a:t>
            </a:r>
            <a:r>
              <a:rPr lang="en-GB" dirty="0"/>
              <a:t> and provides a scalable solution for improving customer understanding, recommendation accuracy, and business decision-making.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5" name="object 2">
            <a:extLst>
              <a:ext uri="{FF2B5EF4-FFF2-40B4-BE49-F238E27FC236}">
                <a16:creationId xmlns:a16="http://schemas.microsoft.com/office/drawing/2014/main" id="{4D9FA072-50D6-2F90-67D6-39360B1F0D8D}"/>
              </a:ext>
            </a:extLst>
          </p:cNvPr>
          <p:cNvSpPr txBox="1">
            <a:spLocks noGrp="1"/>
          </p:cNvSpPr>
          <p:nvPr>
            <p:ph type="title"/>
          </p:nvPr>
        </p:nvSpPr>
        <p:spPr>
          <a:xfrm>
            <a:off x="2057400" y="228600"/>
            <a:ext cx="8153400" cy="566181"/>
          </a:xfrm>
          <a:prstGeom prst="rect">
            <a:avLst/>
          </a:prstGeom>
          <a:solidFill>
            <a:srgbClr val="FFFFFF"/>
          </a:solidFill>
          <a:ln w="38100">
            <a:solidFill>
              <a:srgbClr val="404040"/>
            </a:solidFill>
          </a:ln>
        </p:spPr>
        <p:txBody>
          <a:bodyPr vert="horz" wrap="square" lIns="0" tIns="73025" rIns="0" bIns="0" rtlCol="0">
            <a:spAutoFit/>
          </a:bodyPr>
          <a:lstStyle/>
          <a:p>
            <a:pPr algn="ctr">
              <a:lnSpc>
                <a:spcPct val="100000"/>
              </a:lnSpc>
              <a:spcBef>
                <a:spcPts val="575"/>
              </a:spcBef>
            </a:pPr>
            <a:r>
              <a:rPr lang="en-IN" sz="3200" dirty="0">
                <a:latin typeface="Times New Roman"/>
                <a:cs typeface="Times New Roman"/>
              </a:rPr>
              <a:t>CONCLUSION</a:t>
            </a:r>
            <a:endParaRPr sz="3200" dirty="0">
              <a:latin typeface="Times New Roman"/>
              <a:cs typeface="Times New Roman"/>
            </a:endParaRPr>
          </a:p>
        </p:txBody>
      </p:sp>
    </p:spTree>
    <p:extLst>
      <p:ext uri="{BB962C8B-B14F-4D97-AF65-F5344CB8AC3E}">
        <p14:creationId xmlns:p14="http://schemas.microsoft.com/office/powerpoint/2010/main" val="219051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470D80-4BD4-9303-BCA9-BA2D16152140}"/>
              </a:ext>
            </a:extLst>
          </p:cNvPr>
          <p:cNvSpPr>
            <a:spLocks noGrp="1"/>
          </p:cNvSpPr>
          <p:nvPr>
            <p:ph type="body" idx="1"/>
          </p:nvPr>
        </p:nvSpPr>
        <p:spPr>
          <a:xfrm>
            <a:off x="533400" y="838200"/>
            <a:ext cx="10553065" cy="6093976"/>
          </a:xfrm>
        </p:spPr>
        <p:txBody>
          <a:bodyPr/>
          <a:lstStyle/>
          <a:p>
            <a:r>
              <a:rPr lang="en-GB" sz="1100" b="1" dirty="0"/>
              <a:t>Enhancements in Recommendation System</a:t>
            </a:r>
          </a:p>
          <a:p>
            <a:r>
              <a:rPr lang="en-GB" sz="1100" dirty="0"/>
              <a:t>Incorporate advanced machine learning models such as </a:t>
            </a:r>
            <a:r>
              <a:rPr lang="en-GB" sz="1100" b="1" dirty="0"/>
              <a:t>hybrid recommendation techniques</a:t>
            </a:r>
            <a:r>
              <a:rPr lang="en-GB" sz="1100" dirty="0"/>
              <a:t>. </a:t>
            </a:r>
          </a:p>
          <a:p>
            <a:r>
              <a:rPr lang="en-GB" sz="1100" dirty="0"/>
              <a:t>Improve accuracy by combining </a:t>
            </a:r>
            <a:r>
              <a:rPr lang="en-GB" sz="1100" b="1" dirty="0"/>
              <a:t>collaborative filtering with association rule mining (</a:t>
            </a:r>
            <a:r>
              <a:rPr lang="en-GB" sz="1100" b="1" dirty="0" err="1"/>
              <a:t>Apriori</a:t>
            </a:r>
            <a:r>
              <a:rPr lang="en-GB" sz="1100" b="1" dirty="0"/>
              <a:t>)</a:t>
            </a:r>
            <a:r>
              <a:rPr lang="en-GB" sz="1100" dirty="0"/>
              <a:t>. </a:t>
            </a:r>
          </a:p>
          <a:p>
            <a:r>
              <a:rPr lang="en-GB" sz="1100" dirty="0"/>
              <a:t>Introduce </a:t>
            </a:r>
            <a:r>
              <a:rPr lang="en-GB" sz="1100" b="1" dirty="0"/>
              <a:t>real-time recommendation updates</a:t>
            </a:r>
            <a:r>
              <a:rPr lang="en-GB" sz="1100" dirty="0"/>
              <a:t> using streaming data (Kafka + Spark). </a:t>
            </a:r>
          </a:p>
          <a:p>
            <a:r>
              <a:rPr lang="en-GB" sz="1100" dirty="0"/>
              <a:t>Enhance personalization by </a:t>
            </a:r>
            <a:r>
              <a:rPr lang="en-GB" sz="1100" dirty="0" err="1"/>
              <a:t>analyzing</a:t>
            </a:r>
            <a:r>
              <a:rPr lang="en-GB" sz="1100" dirty="0"/>
              <a:t> deeper customer </a:t>
            </a:r>
            <a:r>
              <a:rPr lang="en-GB" sz="1100" dirty="0" err="1"/>
              <a:t>behavior</a:t>
            </a:r>
            <a:r>
              <a:rPr lang="en-GB" sz="1100" dirty="0"/>
              <a:t> patterns. </a:t>
            </a:r>
          </a:p>
          <a:p>
            <a:endParaRPr lang="en-GB" sz="1100" dirty="0"/>
          </a:p>
          <a:p>
            <a:r>
              <a:rPr lang="en-GB" sz="1100" b="1" dirty="0"/>
              <a:t> Scalability and Performance</a:t>
            </a:r>
          </a:p>
          <a:p>
            <a:r>
              <a:rPr lang="en-GB" sz="1100" dirty="0"/>
              <a:t>Deploy the system on </a:t>
            </a:r>
            <a:r>
              <a:rPr lang="en-GB" sz="1100" b="1" dirty="0"/>
              <a:t>cloud platforms (AWS / Azure)</a:t>
            </a:r>
            <a:r>
              <a:rPr lang="en-GB" sz="1100" dirty="0"/>
              <a:t> for better scalability and availability. </a:t>
            </a:r>
          </a:p>
          <a:p>
            <a:r>
              <a:rPr lang="en-GB" sz="1100" dirty="0"/>
              <a:t>Use </a:t>
            </a:r>
            <a:r>
              <a:rPr lang="en-GB" sz="1100" b="1" dirty="0"/>
              <a:t>distributed processing frameworks (Apache Spark, Hadoop)</a:t>
            </a:r>
            <a:r>
              <a:rPr lang="en-GB" sz="1100" dirty="0"/>
              <a:t> to handle large datasets. </a:t>
            </a:r>
          </a:p>
          <a:p>
            <a:r>
              <a:rPr lang="en-GB" sz="1100" dirty="0"/>
              <a:t>Improve performance using </a:t>
            </a:r>
            <a:r>
              <a:rPr lang="en-GB" sz="1100" b="1" dirty="0"/>
              <a:t>parallel processing and optimized data pipelines</a:t>
            </a:r>
            <a:r>
              <a:rPr lang="en-GB" sz="1100" dirty="0"/>
              <a:t>. </a:t>
            </a:r>
          </a:p>
          <a:p>
            <a:r>
              <a:rPr lang="en-GB" sz="1100" dirty="0"/>
              <a:t>Enable </a:t>
            </a:r>
            <a:r>
              <a:rPr lang="en-GB" sz="1100" b="1" dirty="0"/>
              <a:t>auto-scaling mechanisms</a:t>
            </a:r>
            <a:r>
              <a:rPr lang="en-GB" sz="1100" dirty="0"/>
              <a:t> to handle increasing user traffic and data volume. </a:t>
            </a:r>
          </a:p>
          <a:p>
            <a:br>
              <a:rPr lang="en-GB" sz="1100" dirty="0"/>
            </a:br>
            <a:r>
              <a:rPr lang="en-GB" sz="1100" b="1" dirty="0"/>
              <a:t> Data Expansion</a:t>
            </a:r>
          </a:p>
          <a:p>
            <a:r>
              <a:rPr lang="en-GB" sz="1100" dirty="0"/>
              <a:t>Integrate additional data sources such as </a:t>
            </a:r>
            <a:r>
              <a:rPr lang="en-GB" sz="1100" b="1" dirty="0"/>
              <a:t>customer feedback, ratings, and reviews</a:t>
            </a:r>
            <a:r>
              <a:rPr lang="en-GB" sz="1100" dirty="0"/>
              <a:t>. </a:t>
            </a:r>
          </a:p>
          <a:p>
            <a:r>
              <a:rPr lang="en-GB" sz="1100" dirty="0"/>
              <a:t>Include contextual data like </a:t>
            </a:r>
            <a:r>
              <a:rPr lang="en-GB" sz="1100" b="1" dirty="0"/>
              <a:t>time of purchase, location, and seasonal trends</a:t>
            </a:r>
            <a:r>
              <a:rPr lang="en-GB" sz="1100" dirty="0"/>
              <a:t>. </a:t>
            </a:r>
          </a:p>
          <a:p>
            <a:r>
              <a:rPr lang="en-GB" sz="1100" dirty="0"/>
              <a:t>Improve data quality through </a:t>
            </a:r>
            <a:r>
              <a:rPr lang="en-GB" sz="1100" b="1" dirty="0"/>
              <a:t>advanced preprocessing and validation techniques</a:t>
            </a:r>
            <a:r>
              <a:rPr lang="en-GB" sz="1100" dirty="0"/>
              <a:t>. </a:t>
            </a:r>
          </a:p>
          <a:p>
            <a:r>
              <a:rPr lang="en-GB" sz="1100" dirty="0"/>
              <a:t>Incorporate </a:t>
            </a:r>
            <a:r>
              <a:rPr lang="en-GB" sz="1100" b="1" dirty="0"/>
              <a:t>real-time streaming data</a:t>
            </a:r>
            <a:r>
              <a:rPr lang="en-GB" sz="1100" dirty="0"/>
              <a:t> for dynamic analysis. </a:t>
            </a:r>
          </a:p>
          <a:p>
            <a:br>
              <a:rPr lang="en-GB" sz="1100" dirty="0"/>
            </a:br>
            <a:r>
              <a:rPr lang="en-GB" sz="1100" b="1" dirty="0"/>
              <a:t> Advanced Analytics</a:t>
            </a:r>
          </a:p>
          <a:p>
            <a:r>
              <a:rPr lang="en-GB" sz="1100" dirty="0"/>
              <a:t>Implement </a:t>
            </a:r>
            <a:r>
              <a:rPr lang="en-GB" sz="1100" b="1" dirty="0"/>
              <a:t>predictive analytics</a:t>
            </a:r>
            <a:r>
              <a:rPr lang="en-GB" sz="1100" dirty="0"/>
              <a:t> to forecast future purchase </a:t>
            </a:r>
            <a:r>
              <a:rPr lang="en-GB" sz="1100" dirty="0" err="1"/>
              <a:t>behavior</a:t>
            </a:r>
            <a:r>
              <a:rPr lang="en-GB" sz="1100" dirty="0"/>
              <a:t>. </a:t>
            </a:r>
          </a:p>
          <a:p>
            <a:r>
              <a:rPr lang="en-GB" sz="1100" dirty="0"/>
              <a:t>Apply </a:t>
            </a:r>
            <a:r>
              <a:rPr lang="en-GB" sz="1100" b="1" dirty="0"/>
              <a:t>customer lifetime value (CLV) analysis</a:t>
            </a:r>
            <a:r>
              <a:rPr lang="en-GB" sz="1100" dirty="0"/>
              <a:t> for better targeting. </a:t>
            </a:r>
          </a:p>
          <a:p>
            <a:r>
              <a:rPr lang="en-GB" sz="1100" dirty="0"/>
              <a:t>Introduce </a:t>
            </a:r>
            <a:r>
              <a:rPr lang="en-GB" sz="1100" b="1" dirty="0"/>
              <a:t>anomaly detection</a:t>
            </a:r>
            <a:r>
              <a:rPr lang="en-GB" sz="1100" dirty="0"/>
              <a:t> to identify unusual buying patterns or fraud. </a:t>
            </a:r>
          </a:p>
          <a:p>
            <a:r>
              <a:rPr lang="en-GB" sz="1100" dirty="0"/>
              <a:t>Use advanced clustering techniques for more refined customer segmentation. </a:t>
            </a:r>
          </a:p>
          <a:p>
            <a:br>
              <a:rPr lang="en-GB" sz="1100" dirty="0"/>
            </a:br>
            <a:r>
              <a:rPr lang="en-GB" sz="1100" b="1" dirty="0"/>
              <a:t>User Experience Improvements</a:t>
            </a:r>
          </a:p>
          <a:p>
            <a:r>
              <a:rPr lang="en-GB" sz="1100" dirty="0"/>
              <a:t>Develop a more </a:t>
            </a:r>
            <a:r>
              <a:rPr lang="en-GB" sz="1100" b="1" dirty="0"/>
              <a:t>interactive dashboard</a:t>
            </a:r>
            <a:r>
              <a:rPr lang="en-GB" sz="1100" dirty="0"/>
              <a:t> with better visualization. </a:t>
            </a:r>
          </a:p>
          <a:p>
            <a:r>
              <a:rPr lang="en-GB" sz="1100" dirty="0"/>
              <a:t>Provide </a:t>
            </a:r>
            <a:r>
              <a:rPr lang="en-GB" sz="1100" b="1" dirty="0"/>
              <a:t>explainable recommendations</a:t>
            </a:r>
            <a:r>
              <a:rPr lang="en-GB" sz="1100" dirty="0"/>
              <a:t> to increase user trust. </a:t>
            </a:r>
          </a:p>
          <a:p>
            <a:r>
              <a:rPr lang="en-GB" sz="1100" dirty="0"/>
              <a:t>Enable </a:t>
            </a:r>
            <a:r>
              <a:rPr lang="en-GB" sz="1100" b="1" dirty="0"/>
              <a:t>personalized product suggestions</a:t>
            </a:r>
            <a:r>
              <a:rPr lang="en-GB" sz="1100" dirty="0"/>
              <a:t> based on user preferences. </a:t>
            </a:r>
          </a:p>
          <a:p>
            <a:r>
              <a:rPr lang="en-GB" sz="1100" dirty="0"/>
              <a:t>Improve UI for easier navigation and better engagement. </a:t>
            </a:r>
          </a:p>
          <a:p>
            <a:br>
              <a:rPr lang="en-GB" sz="1100" dirty="0"/>
            </a:br>
            <a:r>
              <a:rPr lang="en-GB" sz="1100" b="1" dirty="0"/>
              <a:t>Security and Privacy</a:t>
            </a:r>
          </a:p>
          <a:p>
            <a:r>
              <a:rPr lang="en-GB" sz="1100" dirty="0"/>
              <a:t>Implement </a:t>
            </a:r>
            <a:r>
              <a:rPr lang="en-GB" sz="1100" b="1" dirty="0"/>
              <a:t>data encryption and secure authentication mechanisms</a:t>
            </a:r>
            <a:r>
              <a:rPr lang="en-GB" sz="1100" dirty="0"/>
              <a:t>. </a:t>
            </a:r>
          </a:p>
          <a:p>
            <a:r>
              <a:rPr lang="en-GB" sz="1100" dirty="0"/>
              <a:t>Ensure customer data privacy through </a:t>
            </a:r>
            <a:r>
              <a:rPr lang="en-GB" sz="1100" b="1" dirty="0"/>
              <a:t>data anonymization techniques</a:t>
            </a:r>
            <a:r>
              <a:rPr lang="en-GB" sz="1100" dirty="0"/>
              <a:t>. </a:t>
            </a:r>
          </a:p>
          <a:p>
            <a:r>
              <a:rPr lang="en-GB" sz="1100" dirty="0"/>
              <a:t>Follow </a:t>
            </a:r>
            <a:r>
              <a:rPr lang="en-GB" sz="1100" b="1" dirty="0"/>
              <a:t>data protection standards and compliance policies</a:t>
            </a:r>
            <a:r>
              <a:rPr lang="en-GB" sz="1100" dirty="0"/>
              <a:t>. </a:t>
            </a:r>
          </a:p>
          <a:p>
            <a:r>
              <a:rPr lang="en-GB" sz="1100" dirty="0"/>
              <a:t>Introduce </a:t>
            </a:r>
            <a:r>
              <a:rPr lang="en-GB" sz="1100" b="1" dirty="0"/>
              <a:t>role-based access control</a:t>
            </a:r>
            <a:r>
              <a:rPr lang="en-GB" sz="1100" dirty="0"/>
              <a:t> for system management.</a:t>
            </a:r>
          </a:p>
          <a:p>
            <a:endParaRPr lang="en-IN" sz="1100" dirty="0"/>
          </a:p>
        </p:txBody>
      </p:sp>
      <p:sp>
        <p:nvSpPr>
          <p:cNvPr id="4" name="object 2">
            <a:extLst>
              <a:ext uri="{FF2B5EF4-FFF2-40B4-BE49-F238E27FC236}">
                <a16:creationId xmlns:a16="http://schemas.microsoft.com/office/drawing/2014/main" id="{C1E3E1B8-9EC8-F1BA-77E6-C67AA28376FB}"/>
              </a:ext>
            </a:extLst>
          </p:cNvPr>
          <p:cNvSpPr txBox="1">
            <a:spLocks noGrp="1"/>
          </p:cNvSpPr>
          <p:nvPr>
            <p:ph type="title"/>
          </p:nvPr>
        </p:nvSpPr>
        <p:spPr>
          <a:xfrm>
            <a:off x="2019300" y="76200"/>
            <a:ext cx="8153400" cy="566181"/>
          </a:xfrm>
          <a:prstGeom prst="rect">
            <a:avLst/>
          </a:prstGeom>
          <a:solidFill>
            <a:srgbClr val="FFFFFF"/>
          </a:solidFill>
          <a:ln w="38100">
            <a:solidFill>
              <a:srgbClr val="404040"/>
            </a:solidFill>
          </a:ln>
        </p:spPr>
        <p:txBody>
          <a:bodyPr vert="horz" wrap="square" lIns="0" tIns="73025" rIns="0" bIns="0" rtlCol="0">
            <a:spAutoFit/>
          </a:bodyPr>
          <a:lstStyle/>
          <a:p>
            <a:pPr algn="ctr">
              <a:lnSpc>
                <a:spcPct val="100000"/>
              </a:lnSpc>
              <a:spcBef>
                <a:spcPts val="575"/>
              </a:spcBef>
            </a:pPr>
            <a:r>
              <a:rPr lang="en-IN" sz="3200" dirty="0">
                <a:latin typeface="Times New Roman"/>
                <a:cs typeface="Times New Roman"/>
              </a:rPr>
              <a:t>FUTURE DIRECTIONS</a:t>
            </a:r>
            <a:endParaRPr sz="3200" dirty="0">
              <a:latin typeface="Times New Roman"/>
              <a:cs typeface="Times New Roman"/>
            </a:endParaRPr>
          </a:p>
        </p:txBody>
      </p:sp>
    </p:spTree>
    <p:extLst>
      <p:ext uri="{BB962C8B-B14F-4D97-AF65-F5344CB8AC3E}">
        <p14:creationId xmlns:p14="http://schemas.microsoft.com/office/powerpoint/2010/main" val="2158416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A9E67D1-C10F-0C66-9DCF-44D9875131A0}"/>
              </a:ext>
            </a:extLst>
          </p:cNvPr>
          <p:cNvSpPr>
            <a:spLocks noGrp="1" noChangeArrowheads="1"/>
          </p:cNvSpPr>
          <p:nvPr>
            <p:ph type="body" idx="1"/>
          </p:nvPr>
        </p:nvSpPr>
        <p:spPr bwMode="auto">
          <a:xfrm>
            <a:off x="152400" y="789800"/>
            <a:ext cx="121920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t> References</a:t>
            </a:r>
          </a:p>
          <a:p>
            <a:r>
              <a:rPr lang="en-IN" dirty="0"/>
              <a:t>Han, J., Kamber, M., &amp; Pei, J. (2011). </a:t>
            </a:r>
            <a:r>
              <a:rPr lang="en-IN" i="1" dirty="0"/>
              <a:t>Data Mining: Concepts and Techniques</a:t>
            </a:r>
            <a:r>
              <a:rPr lang="en-IN" dirty="0"/>
              <a:t>. Morgan Kaufmann. </a:t>
            </a:r>
          </a:p>
          <a:p>
            <a:r>
              <a:rPr lang="en-IN" dirty="0" err="1"/>
              <a:t>Géron</a:t>
            </a:r>
            <a:r>
              <a:rPr lang="en-IN" dirty="0"/>
              <a:t>, A. (2019). </a:t>
            </a:r>
            <a:r>
              <a:rPr lang="en-IN" i="1" dirty="0"/>
              <a:t>Hands-On Machine Learning with Scikit-Learn, </a:t>
            </a:r>
            <a:r>
              <a:rPr lang="en-IN" i="1" dirty="0" err="1"/>
              <a:t>Keras</a:t>
            </a:r>
            <a:r>
              <a:rPr lang="en-IN" i="1" dirty="0"/>
              <a:t>, and TensorFlow</a:t>
            </a:r>
            <a:r>
              <a:rPr lang="en-IN" dirty="0"/>
              <a:t>. O’Reilly Media. </a:t>
            </a:r>
          </a:p>
          <a:p>
            <a:r>
              <a:rPr lang="en-IN" dirty="0"/>
              <a:t>Kumar, S., &amp; Sharma, R. (2022). Customer Segmentation in Retail using K-Means Clustering. </a:t>
            </a:r>
            <a:r>
              <a:rPr lang="en-IN" i="1" dirty="0"/>
              <a:t>IEEE International Conference on Big Data Analytics</a:t>
            </a:r>
            <a:r>
              <a:rPr lang="en-IN" dirty="0"/>
              <a:t>. </a:t>
            </a:r>
          </a:p>
          <a:p>
            <a:r>
              <a:rPr lang="en-IN" dirty="0"/>
              <a:t>Han, J., Kamber, M., &amp; Pei, J. (2021). Market Basket Analysis using </a:t>
            </a:r>
            <a:r>
              <a:rPr lang="en-IN" dirty="0" err="1"/>
              <a:t>Apriori</a:t>
            </a:r>
            <a:r>
              <a:rPr lang="en-IN" dirty="0"/>
              <a:t> Algorithm for Retail Data. </a:t>
            </a:r>
            <a:r>
              <a:rPr lang="en-IN" i="1" dirty="0"/>
              <a:t>International Journal of Data Mining &amp; Knowledge Management</a:t>
            </a:r>
            <a:r>
              <a:rPr lang="en-IN" dirty="0"/>
              <a:t>. </a:t>
            </a:r>
          </a:p>
          <a:p>
            <a:r>
              <a:rPr lang="en-IN" dirty="0"/>
              <a:t>UCI Machine Learning Repository. </a:t>
            </a:r>
            <a:r>
              <a:rPr lang="en-IN" i="1" dirty="0"/>
              <a:t>Online Retail Dataset</a:t>
            </a:r>
            <a:r>
              <a:rPr lang="en-IN" dirty="0"/>
              <a:t>. Available at: </a:t>
            </a:r>
            <a:r>
              <a:rPr lang="en-IN" dirty="0">
                <a:hlinkClick r:id="rId2"/>
              </a:rPr>
              <a:t>https://archive.ics.uci.edu/ml/datasets/Online+Retail</a:t>
            </a:r>
            <a:r>
              <a:rPr lang="en-IN" dirty="0"/>
              <a:t> </a:t>
            </a:r>
          </a:p>
          <a:p>
            <a:r>
              <a:rPr lang="en-IN" dirty="0"/>
              <a:t>Kaggle. </a:t>
            </a:r>
            <a:r>
              <a:rPr lang="en-IN" i="1" dirty="0"/>
              <a:t>Retail / Supermarket Sales Dataset</a:t>
            </a:r>
            <a:r>
              <a:rPr lang="en-IN" dirty="0"/>
              <a:t>. Available at: </a:t>
            </a:r>
            <a:r>
              <a:rPr lang="en-IN" dirty="0">
                <a:hlinkClick r:id="rId3"/>
              </a:rPr>
              <a:t>https://www.kaggle.com/datasets</a:t>
            </a:r>
            <a:r>
              <a:rPr lang="en-IN" dirty="0"/>
              <a:t> </a:t>
            </a:r>
          </a:p>
          <a:p>
            <a:br>
              <a:rPr lang="en-IN" dirty="0"/>
            </a:br>
            <a:r>
              <a:rPr lang="en-IN" b="1" dirty="0"/>
              <a:t> Big Data &amp; Tools References</a:t>
            </a:r>
          </a:p>
          <a:p>
            <a:r>
              <a:rPr lang="en-IN" dirty="0"/>
              <a:t>Apache Kafka Documentation. Available at: </a:t>
            </a:r>
            <a:r>
              <a:rPr lang="en-IN" dirty="0">
                <a:hlinkClick r:id="rId4"/>
              </a:rPr>
              <a:t>https://kafka.apache.org/documentation/</a:t>
            </a:r>
            <a:r>
              <a:rPr lang="en-IN" dirty="0"/>
              <a:t> </a:t>
            </a:r>
          </a:p>
          <a:p>
            <a:r>
              <a:rPr lang="en-IN" dirty="0"/>
              <a:t>Apache Spark Documentation. Available at: </a:t>
            </a:r>
            <a:r>
              <a:rPr lang="en-IN" dirty="0">
                <a:hlinkClick r:id="rId5"/>
              </a:rPr>
              <a:t>https://spark.apache.org/docs/latest/</a:t>
            </a:r>
            <a:r>
              <a:rPr lang="en-IN" dirty="0"/>
              <a:t> </a:t>
            </a:r>
          </a:p>
          <a:p>
            <a:r>
              <a:rPr lang="en-IN" dirty="0"/>
              <a:t>Hadoop HDFS Documentation. Available at: </a:t>
            </a:r>
            <a:r>
              <a:rPr lang="en-IN" dirty="0">
                <a:hlinkClick r:id="rId6"/>
              </a:rPr>
              <a:t>https://hadoop.apache.org/docs/</a:t>
            </a:r>
            <a:r>
              <a:rPr lang="en-IN" dirty="0"/>
              <a:t> </a:t>
            </a:r>
          </a:p>
          <a:p>
            <a:r>
              <a:rPr lang="en-IN" dirty="0"/>
              <a:t>MongoDB Documentation. Available at: </a:t>
            </a:r>
            <a:r>
              <a:rPr lang="en-IN" dirty="0">
                <a:hlinkClick r:id="rId7"/>
              </a:rPr>
              <a:t>https://www.mongodb.com/docs/</a:t>
            </a:r>
            <a:r>
              <a:rPr lang="en-IN" dirty="0"/>
              <a:t> </a:t>
            </a:r>
          </a:p>
          <a:p>
            <a:br>
              <a:rPr lang="en-IN"/>
            </a:br>
            <a:r>
              <a:rPr lang="en-IN" b="1"/>
              <a:t> </a:t>
            </a:r>
            <a:r>
              <a:rPr lang="en-IN" b="1" dirty="0"/>
              <a:t>Analytics &amp; Visualization</a:t>
            </a:r>
          </a:p>
          <a:p>
            <a:r>
              <a:rPr lang="en-IN" dirty="0"/>
              <a:t>Microsoft Power BI Documentation. Available at: https://learn.microsoft.com/power-bi/ </a:t>
            </a:r>
          </a:p>
          <a:p>
            <a:r>
              <a:rPr lang="en-IN" dirty="0"/>
              <a:t>Matplotlib Documentation. Available at: </a:t>
            </a:r>
            <a:r>
              <a:rPr lang="en-IN" dirty="0">
                <a:hlinkClick r:id="rId8"/>
              </a:rPr>
              <a:t>https://matplotlib.org/stable/contents.html</a:t>
            </a:r>
            <a:endParaRPr lang="en-IN"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5" name="object 2">
            <a:extLst>
              <a:ext uri="{FF2B5EF4-FFF2-40B4-BE49-F238E27FC236}">
                <a16:creationId xmlns:a16="http://schemas.microsoft.com/office/drawing/2014/main" id="{CA326FCD-3F67-3268-F011-96AE1ECEC797}"/>
              </a:ext>
            </a:extLst>
          </p:cNvPr>
          <p:cNvSpPr txBox="1">
            <a:spLocks noGrp="1"/>
          </p:cNvSpPr>
          <p:nvPr>
            <p:ph type="title"/>
          </p:nvPr>
        </p:nvSpPr>
        <p:spPr>
          <a:xfrm>
            <a:off x="2019300" y="76200"/>
            <a:ext cx="8153400" cy="566181"/>
          </a:xfrm>
          <a:prstGeom prst="rect">
            <a:avLst/>
          </a:prstGeom>
          <a:solidFill>
            <a:srgbClr val="FFFFFF"/>
          </a:solidFill>
          <a:ln w="38100">
            <a:solidFill>
              <a:srgbClr val="404040"/>
            </a:solidFill>
          </a:ln>
        </p:spPr>
        <p:txBody>
          <a:bodyPr vert="horz" wrap="square" lIns="0" tIns="73025" rIns="0" bIns="0" rtlCol="0">
            <a:spAutoFit/>
          </a:bodyPr>
          <a:lstStyle/>
          <a:p>
            <a:pPr algn="ctr">
              <a:lnSpc>
                <a:spcPct val="100000"/>
              </a:lnSpc>
              <a:spcBef>
                <a:spcPts val="575"/>
              </a:spcBef>
            </a:pPr>
            <a:r>
              <a:rPr lang="en-IN" sz="3200" dirty="0">
                <a:latin typeface="Times New Roman"/>
                <a:cs typeface="Times New Roman"/>
              </a:rPr>
              <a:t>REFERENCES</a:t>
            </a:r>
            <a:endParaRPr sz="3200" dirty="0">
              <a:latin typeface="Times New Roman"/>
              <a:cs typeface="Times New Roman"/>
            </a:endParaRPr>
          </a:p>
        </p:txBody>
      </p:sp>
    </p:spTree>
    <p:extLst>
      <p:ext uri="{BB962C8B-B14F-4D97-AF65-F5344CB8AC3E}">
        <p14:creationId xmlns:p14="http://schemas.microsoft.com/office/powerpoint/2010/main" val="2046091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90</TotalTime>
  <Words>1255</Words>
  <Application>Microsoft Office PowerPoint</Application>
  <PresentationFormat>Widescreen</PresentationFormat>
  <Paragraphs>134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Trebuchet MS</vt:lpstr>
      <vt:lpstr>Office Theme</vt:lpstr>
      <vt:lpstr>PowerPoint Presentation</vt:lpstr>
      <vt:lpstr>TABLE OF CONTENTS</vt:lpstr>
      <vt:lpstr> REVIEW – 2 COMMENTS ADDRESSED</vt:lpstr>
      <vt:lpstr>MODULE WISE IMPLEMNENTATION</vt:lpstr>
      <vt:lpstr>PowerPoint Presentation</vt:lpstr>
      <vt:lpstr>PowerPoint Presentation</vt:lpstr>
      <vt:lpstr>PowerPoint Presentation</vt:lpstr>
      <vt:lpstr>PowerPoint Presentation</vt:lpstr>
      <vt:lpstr>PowerPoint Presentation</vt:lpstr>
      <vt:lpstr>COMPARISON</vt:lpstr>
      <vt:lpstr>DISCUSSION</vt:lpstr>
      <vt:lpstr>RESULTS</vt:lpstr>
      <vt:lpstr>CONCLUSION</vt:lpstr>
      <vt:lpstr>FUTURE DIRECTIONS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satwik mandava</dc:creator>
  <cp:lastModifiedBy>Sumanth Reddy</cp:lastModifiedBy>
  <cp:revision>4</cp:revision>
  <dcterms:created xsi:type="dcterms:W3CDTF">2026-03-26T03:26:44Z</dcterms:created>
  <dcterms:modified xsi:type="dcterms:W3CDTF">2026-04-02T11:21:41Z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2026-03-06T00:00:00Z</vt:filetime>
  </property>
  <property fmtid="{D5CDD505-2E9C-101B-9397-08002B2CF9AE}" pid="3" name="LastSaved">
    <vt:filetime>2026-03-26T00:00:00Z</vt:filetime>
  </property>
  <property fmtid="{D5CDD505-2E9C-101B-9397-08002B2CF9AE}" pid="4" name="Producer">
    <vt:lpwstr>macOS Version 15.6 (Build 24G84) Quartz PDFContext</vt:lpwstr>
  </property>
</Properties>
</file>